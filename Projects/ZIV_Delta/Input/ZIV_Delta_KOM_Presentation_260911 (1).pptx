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customXml/itemProps4.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tags/tag2.xml" ContentType="application/vnd.openxmlformats-officedocument.presentationml.tags+xml"/>
  <Override PartName="/ppt/tags/tag3.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845" r:id="rId5"/>
  </p:sldMasterIdLst>
  <p:notesMasterIdLst>
    <p:notesMasterId r:id="rId21"/>
  </p:notesMasterIdLst>
  <p:handoutMasterIdLst>
    <p:handoutMasterId r:id="rId22"/>
  </p:handoutMasterIdLst>
  <p:sldIdLst>
    <p:sldId id="2800" r:id="rId6"/>
    <p:sldId id="2076138657" r:id="rId7"/>
    <p:sldId id="2076138660" r:id="rId8"/>
    <p:sldId id="2076138661" r:id="rId9"/>
    <p:sldId id="2076138654" r:id="rId10"/>
    <p:sldId id="2076138653" r:id="rId11"/>
    <p:sldId id="2076138655" r:id="rId12"/>
    <p:sldId id="2802" r:id="rId13"/>
    <p:sldId id="2076138665" r:id="rId14"/>
    <p:sldId id="2076138651" r:id="rId15"/>
    <p:sldId id="2076138666" r:id="rId16"/>
    <p:sldId id="2076138663" r:id="rId17"/>
    <p:sldId id="2076138664" r:id="rId18"/>
    <p:sldId id="2076138667" r:id="rId19"/>
    <p:sldId id="2076138669" r:id="rId20"/>
  </p:sldIdLst>
  <p:sldSz cx="12192000" cy="6858000"/>
  <p:notesSz cx="6810375" cy="9942513"/>
  <p:custDataLst>
    <p:tags r:id="rId23"/>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The new Hitachi Rail" id="{4C2E91C5-29FC-4D59-BDBD-CC8641D901D8}">
          <p14:sldIdLst>
            <p14:sldId id="2800"/>
            <p14:sldId id="2076138657"/>
            <p14:sldId id="2076138660"/>
            <p14:sldId id="2076138661"/>
            <p14:sldId id="2076138654"/>
            <p14:sldId id="2076138653"/>
            <p14:sldId id="2076138655"/>
            <p14:sldId id="2802"/>
            <p14:sldId id="2076138665"/>
            <p14:sldId id="2076138651"/>
            <p14:sldId id="2076138666"/>
            <p14:sldId id="2076138663"/>
            <p14:sldId id="2076138664"/>
            <p14:sldId id="2076138667"/>
            <p14:sldId id="2076138669"/>
          </p14:sldIdLst>
        </p14:section>
      </p14:sectionLst>
    </p:ext>
    <p:ext uri="{EFAFB233-063F-42B5-8137-9DF3F51BA10A}">
      <p15:sldGuideLst xmlns:p15="http://schemas.microsoft.com/office/powerpoint/2012/main">
        <p15:guide id="1" orient="horz" pos="1729" userDrawn="1">
          <p15:clr>
            <a:srgbClr val="A4A3A4"/>
          </p15:clr>
        </p15:guide>
        <p15:guide id="2" pos="3840">
          <p15:clr>
            <a:srgbClr val="A4A3A4"/>
          </p15:clr>
        </p15:guide>
        <p15:guide id="3" orient="horz" pos="3294" userDrawn="1">
          <p15:clr>
            <a:srgbClr val="A4A3A4"/>
          </p15:clr>
        </p15:guide>
      </p15:sldGuideLst>
    </p:ext>
    <p:ext uri="{2D200454-40CA-4A62-9FC3-DE9A4176ACB9}">
      <p15:notesGuideLst xmlns:p15="http://schemas.microsoft.com/office/powerpoint/2012/main"/>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E4415400-A697-BAD5-1E24-D6CC1AC96506}" name="ALVES-PIRES, Nadia" initials="AN" userId="S::nadia.alves-pires@hitachirail.com::68396bd4-b1d4-4e83-9239-b31cdb331541" providerId="AD"/>
  <p188:author id="{2758800D-8A9A-B34A-4222-0826CCE03B84}" name="ROBINSON, Yinka Y." initials="RY" userId="S::yinka.robinson@hitachirail.com::3fa06d5e-e1d9-4985-a497-15bd184c7d70" providerId="AD"/>
  <p188:author id="{F05FC321-379D-1637-A69A-1E5F3606EF8C}" name="鶴田幸典 / TSURUTA，YUKINORI" initials="鶴T" userId="S::yukinori.tsuruta.th@hitachi.com::d1b0b014-60c3-418b-ac51-9858b3aa311d" providerId="AD"/>
  <p188:author id="{C409A82C-7946-ED14-11FE-D7A50A44DE2C}" name="Scott, Mike" initials="MS" userId="S::Mike.Scott@hitachirail-eu.com::afc71711-c5f8-424b-bd21-23ced5476d96" providerId="AD"/>
  <p188:author id="{B8E9AE38-D203-A2D7-B323-60ABEBC5AE20}" name="Morgan, Joe" initials="MJ" userId="S::joe.morgan@hitachirail-eu.com::1b40a3fe-c35c-4f7c-9d89-538ffa8a83f4" providerId="AD"/>
  <p188:author id="{D39F7A57-91B2-C6C9-4F3A-8415E402B8C0}" name="Suzanne Carey" initials="SC" userId="S::suzanne@careycomm.uk::10efdacb-c709-48bd-bfee-62b4f91695c5" providerId="AD"/>
  <p188:author id="{A679CF5D-15B1-9955-B3DB-2C51B646914A}" name="Scott, Mike" initials="SM" userId="S::mike.scott@hitachirail-eu.com::afc71711-c5f8-424b-bd21-23ced5476d96" providerId="AD"/>
  <p188:author id="{8E985165-4DBD-6AAE-C3D5-2E8F7415EA5D}" name="McIlroy, Douglas" initials="MD" userId="S::douglas.mcilroy@hitachirail-eu.com::2950df65-8905-4e5f-a25d-c86fecaedd70" providerId="AD"/>
  <p188:author id="{05952EA2-B686-CABE-C1A5-F54592BA9672}" name="Sarnataro Francesca" initials="SF" userId="S::francesca.sarnataro@hitachirail.com::4b3d9304-65fa-417a-8c49-4b310f45f0c3" providerId="AD"/>
  <p188:author id="{0EE6C4AF-5B97-B60D-C769-0093E9C47C35}" name="Ayling-Burgess, Kendra" initials="" userId="S::Kendra.Ayling-Burgess@hitachirail-eu.com::ba3e13ea-baed-472b-bc19-583f9ad173a4" providerId="AD"/>
  <p188:author id="{50E15DE4-6C8C-67A7-C412-C31AA4D041ED}" name="Carla Leclezio" initials="CL" userId="896413dc07c32185" providerId="Windows Live"/>
</p188:authorLst>
</file>

<file path=ppt/commentAuthors.xml><?xml version="1.0" encoding="utf-8"?>
<p:cmAuthorLst xmlns:a="http://schemas.openxmlformats.org/drawingml/2006/main" xmlns:r="http://schemas.openxmlformats.org/officeDocument/2006/relationships" xmlns:p="http://schemas.openxmlformats.org/presentationml/2006/main">
  <p:cmAuthor id="1" name="Scott, Mike" initials="SM" lastIdx="15" clrIdx="0">
    <p:extLst>
      <p:ext uri="{19B8F6BF-5375-455C-9EA6-DF929625EA0E}">
        <p15:presenceInfo xmlns:p15="http://schemas.microsoft.com/office/powerpoint/2012/main" userId="S-1-5-21-3813899283-405979951-2896142065-5329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43E1C"/>
    <a:srgbClr val="F0F0F0"/>
    <a:srgbClr val="F2F2F2"/>
    <a:srgbClr val="D9D9D9"/>
    <a:srgbClr val="8682B4"/>
    <a:srgbClr val="FF0026"/>
    <a:srgbClr val="E40428"/>
    <a:srgbClr val="B1000E"/>
    <a:srgbClr val="990033"/>
    <a:srgbClr val="797CCB"/>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8EC20E35-A176-4012-BC5E-935CFFF8708E}">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8EC20E35-A176-4012-BC5E-935CFFF8708E}" styleName="Medium Styl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726" autoAdjust="0"/>
    <p:restoredTop sz="94488" autoAdjust="0"/>
  </p:normalViewPr>
  <p:slideViewPr>
    <p:cSldViewPr snapToGrid="0">
      <p:cViewPr varScale="1">
        <p:scale>
          <a:sx n="122" d="100"/>
          <a:sy n="122" d="100"/>
        </p:scale>
        <p:origin x="108" y="204"/>
      </p:cViewPr>
      <p:guideLst>
        <p:guide orient="horz" pos="1729"/>
        <p:guide pos="3840"/>
        <p:guide orient="horz" pos="3294"/>
      </p:guideLst>
    </p:cSldViewPr>
  </p:slideViewPr>
  <p:notesTextViewPr>
    <p:cViewPr>
      <p:scale>
        <a:sx n="1" d="1"/>
        <a:sy n="1" d="1"/>
      </p:scale>
      <p:origin x="0" y="0"/>
    </p:cViewPr>
  </p:notesTextViewPr>
  <p:notesViewPr>
    <p:cSldViewPr snapToGrid="0">
      <p:cViewPr>
        <p:scale>
          <a:sx n="1" d="2"/>
          <a:sy n="1" d="2"/>
        </p:scale>
        <p:origin x="0" y="0"/>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3.xml"/><Relationship Id="rId13" Type="http://schemas.openxmlformats.org/officeDocument/2006/relationships/slide" Target="slides/slide8.xml"/><Relationship Id="rId18" Type="http://schemas.openxmlformats.org/officeDocument/2006/relationships/slide" Target="slides/slide13.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notesMaster" Target="notesMasters/notesMaster1.xml"/><Relationship Id="rId7" Type="http://schemas.openxmlformats.org/officeDocument/2006/relationships/slide" Target="slides/slide2.xml"/><Relationship Id="rId12" Type="http://schemas.openxmlformats.org/officeDocument/2006/relationships/slide" Target="slides/slide7.xml"/><Relationship Id="rId17" Type="http://schemas.openxmlformats.org/officeDocument/2006/relationships/slide" Target="slides/slide12.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1.xml"/><Relationship Id="rId20" Type="http://schemas.openxmlformats.org/officeDocument/2006/relationships/slide" Target="slides/slide15.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1.xml"/><Relationship Id="rId11" Type="http://schemas.openxmlformats.org/officeDocument/2006/relationships/slide" Target="slides/slide6.xml"/><Relationship Id="rId24" Type="http://schemas.openxmlformats.org/officeDocument/2006/relationships/commentAuthors" Target="commentAuthors.xml"/><Relationship Id="rId5" Type="http://schemas.openxmlformats.org/officeDocument/2006/relationships/slideMaster" Target="slideMasters/slideMaster1.xml"/><Relationship Id="rId15" Type="http://schemas.openxmlformats.org/officeDocument/2006/relationships/slide" Target="slides/slide10.xml"/><Relationship Id="rId23" Type="http://schemas.openxmlformats.org/officeDocument/2006/relationships/tags" Target="tags/tag1.xml"/><Relationship Id="rId28" Type="http://schemas.openxmlformats.org/officeDocument/2006/relationships/tableStyles" Target="tableStyles.xml"/><Relationship Id="rId10" Type="http://schemas.openxmlformats.org/officeDocument/2006/relationships/slide" Target="slides/slide5.xml"/><Relationship Id="rId19" Type="http://schemas.openxmlformats.org/officeDocument/2006/relationships/slide" Target="slides/slide14.xml"/><Relationship Id="rId4" Type="http://schemas.openxmlformats.org/officeDocument/2006/relationships/customXml" Target="../customXml/item4.xml"/><Relationship Id="rId9" Type="http://schemas.openxmlformats.org/officeDocument/2006/relationships/slide" Target="slides/slide4.xml"/><Relationship Id="rId14" Type="http://schemas.openxmlformats.org/officeDocument/2006/relationships/slide" Target="slides/slide9.xml"/><Relationship Id="rId22" Type="http://schemas.openxmlformats.org/officeDocument/2006/relationships/handoutMaster" Target="handoutMasters/handoutMaster1.xml"/><Relationship Id="rId27" Type="http://schemas.openxmlformats.org/officeDocument/2006/relationships/theme" Target="theme/theme1.xml"/></Relationships>
</file>

<file path=ppt/charts/_rels/chart1.xml.rels><?xml version="1.0" encoding="UTF-8" standalone="yes"?>
<Relationships xmlns="http://schemas.openxmlformats.org/package/2006/relationships"><Relationship Id="rId3" Type="http://schemas.openxmlformats.org/officeDocument/2006/relationships/oleObject" Target="file:///C:\Users\gpapp\-=HITACHI=-\Projects\ZIV_Delta\Manage_Project\Copy%20of%20ZDEL_4.2_Becs%20menny%20jegyzeke_20260318_mod16_VHN_REV01_CF-w-advance%20payment-TD_PG_20260910.xlsx" TargetMode="External"/><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hu-HU" sz="1800" b="0" i="0" u="none" strike="noStrike" kern="1200" spc="0" baseline="0">
                <a:solidFill>
                  <a:schemeClr val="tx1"/>
                </a:solidFill>
                <a:latin typeface="+mn-lt"/>
                <a:ea typeface="+mn-ea"/>
                <a:cs typeface="+mn-cs"/>
              </a:defRPr>
            </a:pPr>
            <a:r>
              <a:rPr lang="hu-HU" sz="1800" kern="1200">
                <a:solidFill>
                  <a:schemeClr val="tx1"/>
                </a:solidFill>
                <a:latin typeface="+mn-lt"/>
                <a:ea typeface="+mn-ea"/>
                <a:cs typeface="+mn-cs"/>
              </a:rPr>
              <a:t>Revenue forecast of ZIV Delta</a:t>
            </a:r>
            <a:br>
              <a:rPr lang="hu-HU" sz="1800" kern="1200">
                <a:solidFill>
                  <a:schemeClr val="tx1"/>
                </a:solidFill>
                <a:latin typeface="+mn-lt"/>
                <a:ea typeface="+mn-ea"/>
                <a:cs typeface="+mn-cs"/>
              </a:rPr>
            </a:br>
            <a:r>
              <a:rPr lang="hu-HU" sz="1800" kern="1200">
                <a:solidFill>
                  <a:schemeClr val="tx1"/>
                </a:solidFill>
                <a:latin typeface="+mn-lt"/>
                <a:ea typeface="+mn-ea"/>
                <a:cs typeface="+mn-cs"/>
              </a:rPr>
              <a:t>[Million HUF]</a:t>
            </a:r>
          </a:p>
        </c:rich>
      </c:tx>
      <c:overlay val="0"/>
      <c:spPr>
        <a:noFill/>
        <a:ln>
          <a:noFill/>
        </a:ln>
        <a:effectLst/>
      </c:spPr>
      <c:txPr>
        <a:bodyPr rot="0" spcFirstLastPara="1" vertOverflow="ellipsis" vert="horz" wrap="square" anchor="ctr" anchorCtr="1"/>
        <a:lstStyle/>
        <a:p>
          <a:pPr>
            <a:defRPr lang="hu-HU" sz="1800" b="0" i="0" u="none" strike="noStrike" kern="1200" spc="0" baseline="0">
              <a:solidFill>
                <a:schemeClr val="tx1"/>
              </a:solidFill>
              <a:latin typeface="+mn-lt"/>
              <a:ea typeface="+mn-ea"/>
              <a:cs typeface="+mn-cs"/>
            </a:defRPr>
          </a:pPr>
          <a:endParaRPr lang="hu-HU"/>
        </a:p>
      </c:txPr>
    </c:title>
    <c:autoTitleDeleted val="0"/>
    <c:plotArea>
      <c:layout/>
      <c:barChart>
        <c:barDir val="col"/>
        <c:grouping val="clustered"/>
        <c:varyColors val="0"/>
        <c:ser>
          <c:idx val="1"/>
          <c:order val="1"/>
          <c:tx>
            <c:strRef>
              <c:f>'Milestone (in, out) (2)'!$K$86</c:f>
              <c:strCache>
                <c:ptCount val="1"/>
                <c:pt idx="0">
                  <c:v>Revenue (Bi-Monthly)</c:v>
                </c:pt>
              </c:strCache>
            </c:strRef>
          </c:tx>
          <c:spPr>
            <a:solidFill>
              <a:srgbClr val="FF0000"/>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mn-lt"/>
                    <a:ea typeface="+mn-ea"/>
                    <a:cs typeface="+mn-cs"/>
                  </a:defRPr>
                </a:pPr>
                <a:endParaRPr lang="hu-HU"/>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'Milestone (in, out) (2)'!$P$85:$AF$85</c:f>
              <c:numCache>
                <c:formatCode>[$-409]mmmm\-yy;@</c:formatCode>
                <c:ptCount val="17"/>
                <c:pt idx="0">
                  <c:v>46235</c:v>
                </c:pt>
                <c:pt idx="1">
                  <c:v>46266</c:v>
                </c:pt>
                <c:pt idx="2">
                  <c:v>46296</c:v>
                </c:pt>
                <c:pt idx="3">
                  <c:v>46327</c:v>
                </c:pt>
                <c:pt idx="4">
                  <c:v>46357</c:v>
                </c:pt>
                <c:pt idx="5">
                  <c:v>46388</c:v>
                </c:pt>
                <c:pt idx="6">
                  <c:v>46419</c:v>
                </c:pt>
                <c:pt idx="7">
                  <c:v>46447</c:v>
                </c:pt>
                <c:pt idx="8">
                  <c:v>46478</c:v>
                </c:pt>
                <c:pt idx="9">
                  <c:v>46508</c:v>
                </c:pt>
                <c:pt idx="10">
                  <c:v>46539</c:v>
                </c:pt>
                <c:pt idx="11">
                  <c:v>46569</c:v>
                </c:pt>
                <c:pt idx="12">
                  <c:v>46600</c:v>
                </c:pt>
                <c:pt idx="13">
                  <c:v>46631</c:v>
                </c:pt>
                <c:pt idx="14">
                  <c:v>46661</c:v>
                </c:pt>
                <c:pt idx="15">
                  <c:v>46692</c:v>
                </c:pt>
                <c:pt idx="16">
                  <c:v>46722</c:v>
                </c:pt>
              </c:numCache>
            </c:numRef>
          </c:cat>
          <c:val>
            <c:numRef>
              <c:f>'Milestone (in, out) (2)'!$P$86:$AF$86</c:f>
              <c:numCache>
                <c:formatCode>#,##0</c:formatCode>
                <c:ptCount val="17"/>
                <c:pt idx="0">
                  <c:v>1329.077417</c:v>
                </c:pt>
                <c:pt idx="2">
                  <c:v>13.7232</c:v>
                </c:pt>
                <c:pt idx="4">
                  <c:v>539.16405000000009</c:v>
                </c:pt>
                <c:pt idx="6">
                  <c:v>69.015500000000003</c:v>
                </c:pt>
                <c:pt idx="8">
                  <c:v>294.76462500000002</c:v>
                </c:pt>
                <c:pt idx="10">
                  <c:v>612.53060499999992</c:v>
                </c:pt>
                <c:pt idx="12">
                  <c:v>393.53116</c:v>
                </c:pt>
                <c:pt idx="14">
                  <c:v>31.286999999999999</c:v>
                </c:pt>
                <c:pt idx="16">
                  <c:v>166.906443</c:v>
                </c:pt>
              </c:numCache>
            </c:numRef>
          </c:val>
          <c:extLst>
            <c:ext xmlns:c16="http://schemas.microsoft.com/office/drawing/2014/chart" uri="{C3380CC4-5D6E-409C-BE32-E72D297353CC}">
              <c16:uniqueId val="{00000000-43D3-4C31-A9B7-3FA3D8CE4C5F}"/>
            </c:ext>
          </c:extLst>
        </c:ser>
        <c:dLbls>
          <c:showLegendKey val="0"/>
          <c:showVal val="0"/>
          <c:showCatName val="0"/>
          <c:showSerName val="0"/>
          <c:showPercent val="0"/>
          <c:showBubbleSize val="0"/>
        </c:dLbls>
        <c:gapWidth val="50"/>
        <c:axId val="1970205503"/>
        <c:axId val="2069786991"/>
      </c:barChart>
      <c:lineChart>
        <c:grouping val="standard"/>
        <c:varyColors val="0"/>
        <c:ser>
          <c:idx val="0"/>
          <c:order val="0"/>
          <c:tx>
            <c:strRef>
              <c:f>'Milestone (in, out) (2)'!$K$87</c:f>
              <c:strCache>
                <c:ptCount val="1"/>
                <c:pt idx="0">
                  <c:v>Revenue (Cummulated)</c:v>
                </c:pt>
              </c:strCache>
            </c:strRef>
          </c:tx>
          <c:spPr>
            <a:ln w="28575" cap="rnd">
              <a:solidFill>
                <a:srgbClr val="00B0F0"/>
              </a:solidFill>
              <a:round/>
            </a:ln>
            <a:effectLst/>
          </c:spPr>
          <c:marker>
            <c:symbol val="none"/>
          </c:marker>
          <c:cat>
            <c:numRef>
              <c:f>'Milestone (in, out) (2)'!$P$85:$AF$85</c:f>
              <c:numCache>
                <c:formatCode>[$-409]mmmm\-yy;@</c:formatCode>
                <c:ptCount val="17"/>
                <c:pt idx="0">
                  <c:v>46235</c:v>
                </c:pt>
                <c:pt idx="1">
                  <c:v>46266</c:v>
                </c:pt>
                <c:pt idx="2">
                  <c:v>46296</c:v>
                </c:pt>
                <c:pt idx="3">
                  <c:v>46327</c:v>
                </c:pt>
                <c:pt idx="4">
                  <c:v>46357</c:v>
                </c:pt>
                <c:pt idx="5">
                  <c:v>46388</c:v>
                </c:pt>
                <c:pt idx="6">
                  <c:v>46419</c:v>
                </c:pt>
                <c:pt idx="7">
                  <c:v>46447</c:v>
                </c:pt>
                <c:pt idx="8">
                  <c:v>46478</c:v>
                </c:pt>
                <c:pt idx="9">
                  <c:v>46508</c:v>
                </c:pt>
                <c:pt idx="10">
                  <c:v>46539</c:v>
                </c:pt>
                <c:pt idx="11">
                  <c:v>46569</c:v>
                </c:pt>
                <c:pt idx="12">
                  <c:v>46600</c:v>
                </c:pt>
                <c:pt idx="13">
                  <c:v>46631</c:v>
                </c:pt>
                <c:pt idx="14">
                  <c:v>46661</c:v>
                </c:pt>
                <c:pt idx="15">
                  <c:v>46692</c:v>
                </c:pt>
                <c:pt idx="16">
                  <c:v>46722</c:v>
                </c:pt>
              </c:numCache>
            </c:numRef>
          </c:cat>
          <c:val>
            <c:numRef>
              <c:f>'Milestone (in, out) (2)'!$P$87:$AF$87</c:f>
              <c:numCache>
                <c:formatCode>#,##0</c:formatCode>
                <c:ptCount val="17"/>
                <c:pt idx="0">
                  <c:v>1329.077417</c:v>
                </c:pt>
                <c:pt idx="1">
                  <c:v>1329.077417</c:v>
                </c:pt>
                <c:pt idx="2">
                  <c:v>1342.8006169999999</c:v>
                </c:pt>
                <c:pt idx="3">
                  <c:v>1342.8006169999999</c:v>
                </c:pt>
                <c:pt idx="4">
                  <c:v>1881.964667</c:v>
                </c:pt>
                <c:pt idx="5">
                  <c:v>1881.964667</c:v>
                </c:pt>
                <c:pt idx="6">
                  <c:v>1950.9801669999999</c:v>
                </c:pt>
                <c:pt idx="7">
                  <c:v>1950.9801669999999</c:v>
                </c:pt>
                <c:pt idx="8">
                  <c:v>2245.744792</c:v>
                </c:pt>
                <c:pt idx="9">
                  <c:v>2245.744792</c:v>
                </c:pt>
                <c:pt idx="10">
                  <c:v>2858.2753969999999</c:v>
                </c:pt>
                <c:pt idx="11">
                  <c:v>2858.2753969999999</c:v>
                </c:pt>
                <c:pt idx="12">
                  <c:v>3251.8065569999999</c:v>
                </c:pt>
                <c:pt idx="13">
                  <c:v>3251.8065569999999</c:v>
                </c:pt>
                <c:pt idx="14">
                  <c:v>3283.0935569999997</c:v>
                </c:pt>
                <c:pt idx="15">
                  <c:v>3283.0935569999997</c:v>
                </c:pt>
                <c:pt idx="16">
                  <c:v>3449.9999999999995</c:v>
                </c:pt>
              </c:numCache>
            </c:numRef>
          </c:val>
          <c:smooth val="0"/>
          <c:extLst>
            <c:ext xmlns:c16="http://schemas.microsoft.com/office/drawing/2014/chart" uri="{C3380CC4-5D6E-409C-BE32-E72D297353CC}">
              <c16:uniqueId val="{00000001-43D3-4C31-A9B7-3FA3D8CE4C5F}"/>
            </c:ext>
          </c:extLst>
        </c:ser>
        <c:dLbls>
          <c:showLegendKey val="0"/>
          <c:showVal val="0"/>
          <c:showCatName val="0"/>
          <c:showSerName val="0"/>
          <c:showPercent val="0"/>
          <c:showBubbleSize val="0"/>
        </c:dLbls>
        <c:marker val="1"/>
        <c:smooth val="0"/>
        <c:axId val="445794847"/>
        <c:axId val="51281103"/>
      </c:lineChart>
      <c:catAx>
        <c:axId val="1970205503"/>
        <c:scaling>
          <c:orientation val="minMax"/>
        </c:scaling>
        <c:delete val="0"/>
        <c:axPos val="b"/>
        <c:majorGridlines>
          <c:spPr>
            <a:ln w="9525" cap="flat" cmpd="sng" algn="ctr">
              <a:solidFill>
                <a:schemeClr val="tx1">
                  <a:lumMod val="15000"/>
                  <a:lumOff val="85000"/>
                </a:schemeClr>
              </a:solidFill>
              <a:round/>
            </a:ln>
            <a:effectLst/>
          </c:spPr>
        </c:majorGridlines>
        <c:numFmt formatCode="[$-409]mmmm\-yy;@"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ln>
                  <a:solidFill>
                    <a:schemeClr val="tx1"/>
                  </a:solidFill>
                </a:ln>
                <a:solidFill>
                  <a:schemeClr val="tx1">
                    <a:lumMod val="65000"/>
                    <a:lumOff val="35000"/>
                  </a:schemeClr>
                </a:solidFill>
                <a:latin typeface="+mn-lt"/>
                <a:ea typeface="+mn-ea"/>
                <a:cs typeface="+mn-cs"/>
              </a:defRPr>
            </a:pPr>
            <a:endParaRPr lang="en-US"/>
          </a:p>
        </c:txPr>
        <c:crossAx val="2069786991"/>
        <c:crosses val="autoZero"/>
        <c:auto val="0"/>
        <c:lblAlgn val="ctr"/>
        <c:lblOffset val="100"/>
        <c:noMultiLvlLbl val="0"/>
      </c:catAx>
      <c:valAx>
        <c:axId val="2069786991"/>
        <c:scaling>
          <c:orientation val="minMax"/>
        </c:scaling>
        <c:delete val="0"/>
        <c:axPos val="l"/>
        <c:majorGridlines>
          <c:spPr>
            <a:ln w="9525" cap="flat" cmpd="sng" algn="ctr">
              <a:solidFill>
                <a:schemeClr val="tx1">
                  <a:lumMod val="15000"/>
                  <a:lumOff val="85000"/>
                </a:schemeClr>
              </a:solidFill>
              <a:round/>
            </a:ln>
            <a:effectLst/>
          </c:spPr>
        </c:majorGridlines>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ln>
                  <a:solidFill>
                    <a:srgbClr val="FF0000"/>
                  </a:solidFill>
                </a:ln>
                <a:solidFill>
                  <a:srgbClr val="FF0000"/>
                </a:solidFill>
                <a:latin typeface="+mn-lt"/>
                <a:ea typeface="+mn-ea"/>
                <a:cs typeface="+mn-cs"/>
              </a:defRPr>
            </a:pPr>
            <a:endParaRPr lang="en-US"/>
          </a:p>
        </c:txPr>
        <c:crossAx val="1970205503"/>
        <c:crosses val="autoZero"/>
        <c:crossBetween val="between"/>
      </c:valAx>
      <c:valAx>
        <c:axId val="51281103"/>
        <c:scaling>
          <c:orientation val="minMax"/>
        </c:scaling>
        <c:delete val="0"/>
        <c:axPos val="r"/>
        <c:numFmt formatCode="#,##0" sourceLinked="0"/>
        <c:majorTickMark val="out"/>
        <c:minorTickMark val="none"/>
        <c:tickLblPos val="nextTo"/>
        <c:spPr>
          <a:noFill/>
          <a:ln>
            <a:solidFill>
              <a:srgbClr val="00B0F0"/>
            </a:solidFill>
          </a:ln>
          <a:effectLst/>
        </c:spPr>
        <c:txPr>
          <a:bodyPr rot="-60000000" spcFirstLastPara="1" vertOverflow="ellipsis" vert="horz" wrap="square" anchor="ctr" anchorCtr="1"/>
          <a:lstStyle/>
          <a:p>
            <a:pPr>
              <a:defRPr sz="900" b="0" i="0" u="none" strike="noStrike" kern="1200" baseline="0">
                <a:ln>
                  <a:solidFill>
                    <a:srgbClr val="00B0F0"/>
                  </a:solidFill>
                </a:ln>
                <a:solidFill>
                  <a:schemeClr val="accent1">
                    <a:lumMod val="75000"/>
                  </a:schemeClr>
                </a:solidFill>
                <a:latin typeface="+mn-lt"/>
                <a:ea typeface="+mn-ea"/>
                <a:cs typeface="+mn-cs"/>
              </a:defRPr>
            </a:pPr>
            <a:endParaRPr lang="hu-HU"/>
          </a:p>
        </c:txPr>
        <c:crossAx val="445794847"/>
        <c:crosses val="max"/>
        <c:crossBetween val="between"/>
      </c:valAx>
      <c:dateAx>
        <c:axId val="445794847"/>
        <c:scaling>
          <c:orientation val="minMax"/>
        </c:scaling>
        <c:delete val="1"/>
        <c:axPos val="b"/>
        <c:numFmt formatCode="[$-409]mmmm\-yy;@" sourceLinked="1"/>
        <c:majorTickMark val="out"/>
        <c:minorTickMark val="none"/>
        <c:tickLblPos val="nextTo"/>
        <c:crossAx val="51281103"/>
        <c:crosses val="autoZero"/>
        <c:auto val="1"/>
        <c:lblOffset val="100"/>
        <c:baseTimeUnit val="months"/>
      </c:dateAx>
      <c:spPr>
        <a:noFill/>
        <a:ln>
          <a:noFill/>
        </a:ln>
        <a:effectLst/>
      </c:spPr>
    </c:plotArea>
    <c:legend>
      <c:legendPos val="b"/>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mn-lt"/>
              <a:ea typeface="+mn-ea"/>
              <a:cs typeface="+mn-cs"/>
            </a:defRPr>
          </a:pPr>
          <a:endParaRPr lang="en-US"/>
        </a:p>
      </c:txPr>
    </c:legend>
    <c:plotVisOnly val="1"/>
    <c:dispBlanksAs val="zero"/>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76">
  <cs:axisTitle>
    <cs:lnRef idx="0"/>
    <cs:fillRef idx="0"/>
    <cs:effectRef idx="0"/>
    <cs:fontRef idx="minor">
      <a:schemeClr val="tx1">
        <a:lumMod val="65000"/>
        <a:lumOff val="35000"/>
      </a:schemeClr>
    </cs:fontRef>
    <cs:defRPr sz="100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000" kern="1200"/>
  </cs:chartArea>
  <cs:dataLabel>
    <cs:lnRef idx="0"/>
    <cs:fillRef idx="0"/>
    <cs:effectRef idx="0"/>
    <cs:fontRef idx="minor">
      <a:schemeClr val="tx1">
        <a:lumMod val="75000"/>
        <a:lumOff val="25000"/>
      </a:schemeClr>
    </cs:fontRef>
    <cs:defRPr sz="900"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900"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900"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ln w="9525" cap="flat" cmpd="sng" algn="ctr">
        <a:solidFill>
          <a:schemeClr val="tx1">
            <a:lumMod val="15000"/>
            <a:lumOff val="85000"/>
          </a:schemeClr>
        </a:solidFill>
        <a:round/>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900"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900"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40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900"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900" kern="1200"/>
  </cs:valueAxis>
  <cs:wall>
    <cs:lnRef idx="0"/>
    <cs:fillRef idx="0"/>
    <cs:effectRef idx="0"/>
    <cs:fontRef idx="minor">
      <a:schemeClr val="tx1"/>
    </cs:fontRef>
    <cs:spPr>
      <a:noFill/>
      <a:ln>
        <a:noFill/>
      </a:ln>
    </cs:spPr>
  </cs:wall>
</cs:chartStyle>
</file>

<file path=ppt/diagrams/colors1.xml><?xml version="1.0" encoding="utf-8"?>
<dgm:colorsDef xmlns:dgm="http://schemas.openxmlformats.org/drawingml/2006/diagram" xmlns:a="http://schemas.openxmlformats.org/drawingml/2006/main" uniqueId="urn:microsoft.com/office/officeart/2005/8/colors/accent1_2#1">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node0NoLn">
    <dgm:fillClrLst meth="repeat">
      <a:schemeClr val="accent1"/>
    </dgm:fillClrLst>
    <dgm:linClrLst meth="repeat">
      <a:schemeClr val="lt1">
        <a:alpha val="0"/>
      </a:schemeClr>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node1NoLn">
    <dgm:fillClrLst meth="repeat">
      <a:schemeClr val="accent1"/>
    </dgm:fillClrLst>
    <dgm:linClrLst meth="repeat">
      <a:schemeClr val="lt1">
        <a:alpha val="0"/>
      </a:schemeClr>
    </dgm:linClrLst>
    <dgm:effectClrLst/>
    <dgm:txLinClrLst/>
    <dgm:txFillClrLst/>
    <dgm:txEffectClrLst/>
  </dgm:styleLbl>
  <dgm:styleLbl name="ltNode1NoLn">
    <dgm:fillClrLst meth="repeat">
      <a:schemeClr val="accent1">
        <a:tint val="75000"/>
      </a:schemeClr>
    </dgm:fillClrLst>
    <dgm:linClrLst meth="repeat">
      <a:schemeClr val="lt1">
        <a:alpha val="0"/>
      </a:schemeClr>
    </dgm:linClrLst>
    <dgm:effectClrLst/>
    <dgm:txLinClrLst/>
    <dgm:txFillClrLst meth="repeat">
      <a:schemeClr val="dk1"/>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2NoLn">
    <dgm:fillClrLst meth="repeat">
      <a:schemeClr val="accent1"/>
    </dgm:fillClrLst>
    <dgm:linClrLst meth="repeat">
      <a:schemeClr val="lt1">
        <a:alpha val="0"/>
      </a:schemeClr>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3NoLn">
    <dgm:fillClrLst meth="repeat">
      <a:schemeClr val="accent1"/>
    </dgm:fillClrLst>
    <dgm:linClrLst meth="repeat">
      <a:schemeClr val="lt1">
        <a:alpha val="0"/>
      </a:schemeClr>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node4NoLn">
    <dgm:fillClrLst meth="repeat">
      <a:schemeClr val="accent1"/>
    </dgm:fillClrLst>
    <dgm:linClrLst meth="repeat">
      <a:schemeClr val="lt1">
        <a:alpha val="0"/>
      </a:schemeClr>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styleLbl name="revTxLt">
    <dgm:fillClrLst meth="repeat">
      <a:schemeClr val="lt1">
        <a:alpha val="0"/>
      </a:schemeClr>
    </dgm:fillClrLst>
    <dgm:linClrLst meth="repeat">
      <a:schemeClr val="dk1">
        <a:alpha val="0"/>
      </a:schemeClr>
    </dgm:linClrLst>
    <dgm:effectClrLst/>
    <dgm:txLinClrLst/>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2_2#41">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4C7A122-1B11-456D-94B3-309063C56843}" type="doc">
      <dgm:prSet loTypeId="urn:microsoft.com/office/officeart/2005/8/layout/orgChart1" loCatId="hierarchy" qsTypeId="urn:microsoft.com/office/officeart/2005/8/quickstyle/simple1#1" qsCatId="simple" csTypeId="urn:microsoft.com/office/officeart/2005/8/colors/accent1_2#1" csCatId="accent1" phldr="1"/>
      <dgm:spPr/>
      <dgm:t>
        <a:bodyPr/>
        <a:lstStyle/>
        <a:p>
          <a:endParaRPr lang="hu-HU"/>
        </a:p>
      </dgm:t>
    </dgm:pt>
    <dgm:pt modelId="{2312E0F6-0D0D-4320-95C1-5F4A3C4EBDB1}">
      <dgm:prSet phldrT="[Text]" phldr="0"/>
      <dgm:spPr/>
      <dgm:t>
        <a:bodyPr/>
        <a:lstStyle/>
        <a:p>
          <a:r>
            <a:rPr lang="hu-HU" dirty="0"/>
            <a:t>GYSEV</a:t>
          </a:r>
        </a:p>
      </dgm:t>
    </dgm:pt>
    <dgm:pt modelId="{AAB04965-920E-4F05-9E2B-D51BA6033705}" type="parTrans" cxnId="{24C83C76-EF84-4A0F-978D-20F1FA00ED60}">
      <dgm:prSet/>
      <dgm:spPr/>
      <dgm:t>
        <a:bodyPr/>
        <a:lstStyle/>
        <a:p>
          <a:endParaRPr lang="hu-HU"/>
        </a:p>
      </dgm:t>
    </dgm:pt>
    <dgm:pt modelId="{296BE6DA-9C5C-4C0D-BFA6-1286652E5EFC}" type="sibTrans" cxnId="{24C83C76-EF84-4A0F-978D-20F1FA00ED60}">
      <dgm:prSet/>
      <dgm:spPr/>
      <dgm:t>
        <a:bodyPr/>
        <a:lstStyle/>
        <a:p>
          <a:endParaRPr lang="hu-HU"/>
        </a:p>
      </dgm:t>
    </dgm:pt>
    <dgm:pt modelId="{ECF341DD-6550-4FFA-8B93-8B1A2C1F47A2}">
      <dgm:prSet phldrT="[Text]" phldr="0"/>
      <dgm:spPr/>
      <dgm:t>
        <a:bodyPr/>
        <a:lstStyle/>
        <a:p>
          <a:r>
            <a:rPr lang="hu-HU" dirty="0"/>
            <a:t>Swietelsky Vasúttechnika</a:t>
          </a:r>
        </a:p>
        <a:p>
          <a:r>
            <a:rPr lang="hu-HU" dirty="0"/>
            <a:t>(Cons. leader)</a:t>
          </a:r>
        </a:p>
      </dgm:t>
    </dgm:pt>
    <dgm:pt modelId="{59235751-73B0-4902-BC15-5EE578468ED8}" type="parTrans" cxnId="{236579CA-54DA-4630-B51C-7EB44F16DF5C}">
      <dgm:prSet/>
      <dgm:spPr/>
      <dgm:t>
        <a:bodyPr/>
        <a:lstStyle/>
        <a:p>
          <a:endParaRPr lang="hu-HU"/>
        </a:p>
      </dgm:t>
    </dgm:pt>
    <dgm:pt modelId="{3D07D7CF-3E5F-4DF4-9DD6-282CD03AC658}" type="sibTrans" cxnId="{236579CA-54DA-4630-B51C-7EB44F16DF5C}">
      <dgm:prSet/>
      <dgm:spPr/>
      <dgm:t>
        <a:bodyPr/>
        <a:lstStyle/>
        <a:p>
          <a:endParaRPr lang="hu-HU"/>
        </a:p>
      </dgm:t>
    </dgm:pt>
    <dgm:pt modelId="{ED36EDF3-25E0-4EB8-84A8-AC3B40DBF3BF}">
      <dgm:prSet phldrT="[Text]" phldr="0"/>
      <dgm:spPr>
        <a:noFill/>
        <a:ln cap="rnd">
          <a:solidFill>
            <a:schemeClr val="accent1"/>
          </a:solidFill>
          <a:prstDash val="dash"/>
          <a:round/>
        </a:ln>
      </dgm:spPr>
      <dgm:t>
        <a:bodyPr vert="vert270" tIns="108000" anchor="b" anchorCtr="0"/>
        <a:lstStyle/>
        <a:p>
          <a:r>
            <a:rPr lang="hu-HU" dirty="0">
              <a:solidFill>
                <a:schemeClr val="accent1"/>
              </a:solidFill>
            </a:rPr>
            <a:t>V-S Zala Consortium</a:t>
          </a:r>
        </a:p>
      </dgm:t>
    </dgm:pt>
    <dgm:pt modelId="{A7DD67A7-7E13-48F7-95AA-E9A81EE7A91E}" type="parTrans" cxnId="{B46AAC8C-A5C6-4AC4-892B-1E2AD8BDCDD6}">
      <dgm:prSet/>
      <dgm:spPr/>
      <dgm:t>
        <a:bodyPr/>
        <a:lstStyle/>
        <a:p>
          <a:endParaRPr lang="hu-HU"/>
        </a:p>
      </dgm:t>
    </dgm:pt>
    <dgm:pt modelId="{A74AAA7D-C510-4D27-A0EF-BFBD9DCC972D}" type="sibTrans" cxnId="{B46AAC8C-A5C6-4AC4-892B-1E2AD8BDCDD6}">
      <dgm:prSet/>
      <dgm:spPr/>
      <dgm:t>
        <a:bodyPr/>
        <a:lstStyle/>
        <a:p>
          <a:endParaRPr lang="hu-HU"/>
        </a:p>
      </dgm:t>
    </dgm:pt>
    <dgm:pt modelId="{9C2C6B1E-EF20-440A-AE4B-9229975CAD27}">
      <dgm:prSet phldrT="[Text]" phldr="0"/>
      <dgm:spPr/>
      <dgm:t>
        <a:bodyPr/>
        <a:lstStyle/>
        <a:p>
          <a:r>
            <a:rPr lang="hu-HU" dirty="0"/>
            <a:t>V-Híd Network</a:t>
          </a:r>
          <a:br>
            <a:rPr lang="hu-HU" dirty="0"/>
          </a:br>
          <a:br>
            <a:rPr lang="hu-HU" dirty="0"/>
          </a:br>
          <a:r>
            <a:rPr lang="hu-HU" dirty="0"/>
            <a:t>(Cons. member)</a:t>
          </a:r>
        </a:p>
      </dgm:t>
    </dgm:pt>
    <dgm:pt modelId="{96FE824D-7C91-4F60-96F5-DE10C79CEC89}" type="parTrans" cxnId="{5A2FD6F1-C25F-43CD-A344-D3BCED0BD04C}">
      <dgm:prSet/>
      <dgm:spPr/>
      <dgm:t>
        <a:bodyPr/>
        <a:lstStyle/>
        <a:p>
          <a:endParaRPr lang="hu-HU"/>
        </a:p>
      </dgm:t>
    </dgm:pt>
    <dgm:pt modelId="{C4337AB2-89AD-4FC6-B848-24679D039A96}" type="sibTrans" cxnId="{5A2FD6F1-C25F-43CD-A344-D3BCED0BD04C}">
      <dgm:prSet/>
      <dgm:spPr/>
      <dgm:t>
        <a:bodyPr/>
        <a:lstStyle/>
        <a:p>
          <a:endParaRPr lang="hu-HU"/>
        </a:p>
      </dgm:t>
    </dgm:pt>
    <dgm:pt modelId="{0978BD4B-FE10-4A29-8CEB-A204DB2ADBC9}">
      <dgm:prSet phldrT="[Text]" phldr="0"/>
      <dgm:spPr/>
      <dgm:t>
        <a:bodyPr/>
        <a:lstStyle/>
        <a:p>
          <a:r>
            <a:rPr lang="hu-HU" dirty="0"/>
            <a:t>Hitachi Rail Hungary</a:t>
          </a:r>
        </a:p>
      </dgm:t>
    </dgm:pt>
    <dgm:pt modelId="{E6B8EB08-3032-43C6-8A80-58E11ACE88B8}" type="parTrans" cxnId="{C5CE8CDB-FDDA-4CF1-8F79-67665E5BA762}">
      <dgm:prSet/>
      <dgm:spPr/>
      <dgm:t>
        <a:bodyPr/>
        <a:lstStyle/>
        <a:p>
          <a:endParaRPr lang="hu-HU"/>
        </a:p>
      </dgm:t>
    </dgm:pt>
    <dgm:pt modelId="{C4D5E6B0-C422-44BC-990F-EBBA628854D1}" type="sibTrans" cxnId="{C5CE8CDB-FDDA-4CF1-8F79-67665E5BA762}">
      <dgm:prSet/>
      <dgm:spPr/>
      <dgm:t>
        <a:bodyPr/>
        <a:lstStyle/>
        <a:p>
          <a:endParaRPr lang="hu-HU"/>
        </a:p>
      </dgm:t>
    </dgm:pt>
    <dgm:pt modelId="{B95DFC91-208F-44A2-AA83-BAA5F63BBAA6}">
      <dgm:prSet phldrT="[Text]" phldr="0" custT="1"/>
      <dgm:spPr/>
      <dgm:t>
        <a:bodyPr/>
        <a:lstStyle/>
        <a:p>
          <a:r>
            <a:rPr lang="hu-HU" sz="1000" dirty="0"/>
            <a:t>Hitachi Rail </a:t>
          </a:r>
          <a:br>
            <a:rPr lang="hu-HU" sz="1000" dirty="0"/>
          </a:br>
          <a:r>
            <a:rPr lang="hu-HU" sz="1000" dirty="0"/>
            <a:t>Austria</a:t>
          </a:r>
        </a:p>
      </dgm:t>
    </dgm:pt>
    <dgm:pt modelId="{C0FBF912-F332-40B1-9DD7-768155089827}" type="parTrans" cxnId="{8F00F9CE-C99A-4363-9CCC-DA62DAE18A6A}">
      <dgm:prSet/>
      <dgm:spPr/>
      <dgm:t>
        <a:bodyPr/>
        <a:lstStyle/>
        <a:p>
          <a:endParaRPr lang="hu-HU"/>
        </a:p>
      </dgm:t>
    </dgm:pt>
    <dgm:pt modelId="{F31D8005-0ED4-444C-8355-FD79D091CD99}" type="sibTrans" cxnId="{8F00F9CE-C99A-4363-9CCC-DA62DAE18A6A}">
      <dgm:prSet/>
      <dgm:spPr/>
      <dgm:t>
        <a:bodyPr/>
        <a:lstStyle/>
        <a:p>
          <a:endParaRPr lang="hu-HU"/>
        </a:p>
      </dgm:t>
    </dgm:pt>
    <dgm:pt modelId="{245CDB1D-3F82-4722-BF83-26380D87A6BD}">
      <dgm:prSet phldrT="[Text]" phldr="0"/>
      <dgm:spPr/>
      <dgm:t>
        <a:bodyPr/>
        <a:lstStyle/>
        <a:p>
          <a:r>
            <a:rPr lang="hu-HU" dirty="0"/>
            <a:t>FŐBER</a:t>
          </a:r>
        </a:p>
      </dgm:t>
    </dgm:pt>
    <dgm:pt modelId="{C8C8DEF6-0917-4C3F-8793-85752CD20400}" type="parTrans" cxnId="{EAE45157-B224-4BC4-897C-C01346111454}">
      <dgm:prSet/>
      <dgm:spPr/>
      <dgm:t>
        <a:bodyPr/>
        <a:lstStyle/>
        <a:p>
          <a:endParaRPr lang="hu-HU"/>
        </a:p>
      </dgm:t>
    </dgm:pt>
    <dgm:pt modelId="{3FE7AFCD-6487-4230-9CE5-211B84540C34}" type="sibTrans" cxnId="{EAE45157-B224-4BC4-897C-C01346111454}">
      <dgm:prSet/>
      <dgm:spPr/>
      <dgm:t>
        <a:bodyPr/>
        <a:lstStyle/>
        <a:p>
          <a:endParaRPr lang="hu-HU"/>
        </a:p>
      </dgm:t>
    </dgm:pt>
    <dgm:pt modelId="{AAF5C90A-F97F-4206-961F-00C100583C15}">
      <dgm:prSet phldrT="[Text]" phldr="0"/>
      <dgm:spPr/>
      <dgm:t>
        <a:bodyPr/>
        <a:lstStyle/>
        <a:p>
          <a:r>
            <a:rPr lang="hu-HU" dirty="0"/>
            <a:t>GYSEV</a:t>
          </a:r>
        </a:p>
      </dgm:t>
    </dgm:pt>
    <dgm:pt modelId="{C34DDF68-01AB-42F6-B439-45FE1A640DFD}" type="parTrans" cxnId="{45EECAF9-E34B-4E9D-83F3-1166F150671F}">
      <dgm:prSet/>
      <dgm:spPr/>
      <dgm:t>
        <a:bodyPr/>
        <a:lstStyle/>
        <a:p>
          <a:endParaRPr lang="hu-HU"/>
        </a:p>
      </dgm:t>
    </dgm:pt>
    <dgm:pt modelId="{60AD54CD-D05C-43DA-9BF5-25118AEC64CD}" type="sibTrans" cxnId="{45EECAF9-E34B-4E9D-83F3-1166F150671F}">
      <dgm:prSet/>
      <dgm:spPr/>
      <dgm:t>
        <a:bodyPr/>
        <a:lstStyle/>
        <a:p>
          <a:endParaRPr lang="hu-HU"/>
        </a:p>
      </dgm:t>
    </dgm:pt>
    <dgm:pt modelId="{71102B00-E470-4304-A9BF-A563CF71A236}">
      <dgm:prSet phldrT="[Text]" phldr="0"/>
      <dgm:spPr/>
      <dgm:t>
        <a:bodyPr/>
        <a:lstStyle/>
        <a:p>
          <a:r>
            <a:rPr lang="hu-HU" dirty="0"/>
            <a:t>KÉMI (KTI)</a:t>
          </a:r>
        </a:p>
      </dgm:t>
    </dgm:pt>
    <dgm:pt modelId="{C82C3967-A42A-4065-A43D-8BE5CEB582C8}" type="parTrans" cxnId="{8B6695F0-A06A-4B9E-9BDA-0FCCECE3BBC5}">
      <dgm:prSet/>
      <dgm:spPr/>
      <dgm:t>
        <a:bodyPr/>
        <a:lstStyle/>
        <a:p>
          <a:endParaRPr lang="hu-HU"/>
        </a:p>
      </dgm:t>
    </dgm:pt>
    <dgm:pt modelId="{606B1121-20CA-4705-9C2C-7091115DA002}" type="sibTrans" cxnId="{8B6695F0-A06A-4B9E-9BDA-0FCCECE3BBC5}">
      <dgm:prSet/>
      <dgm:spPr/>
      <dgm:t>
        <a:bodyPr/>
        <a:lstStyle/>
        <a:p>
          <a:endParaRPr lang="hu-HU"/>
        </a:p>
      </dgm:t>
    </dgm:pt>
    <dgm:pt modelId="{BDAAC92F-A7E4-45FE-ABB2-3D3BC3F28647}" type="pres">
      <dgm:prSet presAssocID="{24C7A122-1B11-456D-94B3-309063C56843}" presName="hierChild1" presStyleCnt="0">
        <dgm:presLayoutVars>
          <dgm:orgChart val="1"/>
          <dgm:chPref val="1"/>
          <dgm:dir/>
          <dgm:animOne val="branch"/>
          <dgm:animLvl val="lvl"/>
          <dgm:resizeHandles/>
        </dgm:presLayoutVars>
      </dgm:prSet>
      <dgm:spPr/>
    </dgm:pt>
    <dgm:pt modelId="{3C489257-B7DD-4742-A013-64AD0D940538}" type="pres">
      <dgm:prSet presAssocID="{2312E0F6-0D0D-4320-95C1-5F4A3C4EBDB1}" presName="hierRoot1" presStyleCnt="0">
        <dgm:presLayoutVars>
          <dgm:hierBranch val="init"/>
        </dgm:presLayoutVars>
      </dgm:prSet>
      <dgm:spPr/>
    </dgm:pt>
    <dgm:pt modelId="{71871AF5-AF48-4707-B252-73A1CAFBCBC3}" type="pres">
      <dgm:prSet presAssocID="{2312E0F6-0D0D-4320-95C1-5F4A3C4EBDB1}" presName="rootComposite1" presStyleCnt="0"/>
      <dgm:spPr/>
    </dgm:pt>
    <dgm:pt modelId="{86E548A0-7FD8-40B1-8A0C-34F72966322B}" type="pres">
      <dgm:prSet presAssocID="{2312E0F6-0D0D-4320-95C1-5F4A3C4EBDB1}" presName="rootText1" presStyleLbl="node0" presStyleIdx="0" presStyleCnt="5" custScaleX="130338" custScaleY="113345" custLinFactX="3539" custLinFactY="-100000" custLinFactNeighborX="100000" custLinFactNeighborY="-135718">
        <dgm:presLayoutVars>
          <dgm:chPref val="3"/>
        </dgm:presLayoutVars>
      </dgm:prSet>
      <dgm:spPr/>
    </dgm:pt>
    <dgm:pt modelId="{BD2E0086-9364-4E16-9D86-2A9ED40DFB42}" type="pres">
      <dgm:prSet presAssocID="{2312E0F6-0D0D-4320-95C1-5F4A3C4EBDB1}" presName="rootConnector1" presStyleLbl="node1" presStyleIdx="0" presStyleCnt="0"/>
      <dgm:spPr/>
    </dgm:pt>
    <dgm:pt modelId="{DAE9AACA-8C68-4CF5-B549-AC94E89F81F5}" type="pres">
      <dgm:prSet presAssocID="{2312E0F6-0D0D-4320-95C1-5F4A3C4EBDB1}" presName="hierChild2" presStyleCnt="0"/>
      <dgm:spPr/>
    </dgm:pt>
    <dgm:pt modelId="{1BE690B0-9E47-421D-B52E-6BDA10673017}" type="pres">
      <dgm:prSet presAssocID="{59235751-73B0-4902-BC15-5EE578468ED8}" presName="Name37" presStyleLbl="parChTrans1D2" presStyleIdx="0" presStyleCnt="2"/>
      <dgm:spPr/>
    </dgm:pt>
    <dgm:pt modelId="{13EC4B7A-4574-4317-A30A-CDF4EA7472FE}" type="pres">
      <dgm:prSet presAssocID="{ECF341DD-6550-4FFA-8B93-8B1A2C1F47A2}" presName="hierRoot2" presStyleCnt="0">
        <dgm:presLayoutVars>
          <dgm:hierBranch val="hang"/>
        </dgm:presLayoutVars>
      </dgm:prSet>
      <dgm:spPr/>
    </dgm:pt>
    <dgm:pt modelId="{63AAADB5-C167-4E05-8089-715292B54EA2}" type="pres">
      <dgm:prSet presAssocID="{ECF341DD-6550-4FFA-8B93-8B1A2C1F47A2}" presName="rootComposite" presStyleCnt="0"/>
      <dgm:spPr/>
    </dgm:pt>
    <dgm:pt modelId="{E2A131A0-BED4-4BF0-8D79-24E584E0C3C0}" type="pres">
      <dgm:prSet presAssocID="{ECF341DD-6550-4FFA-8B93-8B1A2C1F47A2}" presName="rootText" presStyleLbl="node2" presStyleIdx="0" presStyleCnt="2" custScaleX="130338" custScaleY="113345" custLinFactX="10657" custLinFactNeighborX="100000" custLinFactNeighborY="-67568">
        <dgm:presLayoutVars>
          <dgm:chPref val="3"/>
        </dgm:presLayoutVars>
      </dgm:prSet>
      <dgm:spPr/>
    </dgm:pt>
    <dgm:pt modelId="{935A414B-906E-4789-B831-4981C4397143}" type="pres">
      <dgm:prSet presAssocID="{ECF341DD-6550-4FFA-8B93-8B1A2C1F47A2}" presName="rootConnector" presStyleLbl="node2" presStyleIdx="0" presStyleCnt="2"/>
      <dgm:spPr/>
    </dgm:pt>
    <dgm:pt modelId="{15633A97-36A7-4753-8EDC-0C58A6FDE1C5}" type="pres">
      <dgm:prSet presAssocID="{ECF341DD-6550-4FFA-8B93-8B1A2C1F47A2}" presName="hierChild4" presStyleCnt="0"/>
      <dgm:spPr/>
    </dgm:pt>
    <dgm:pt modelId="{32EEC06D-2661-4509-9738-AFB00F223418}" type="pres">
      <dgm:prSet presAssocID="{ECF341DD-6550-4FFA-8B93-8B1A2C1F47A2}" presName="hierChild5" presStyleCnt="0"/>
      <dgm:spPr/>
    </dgm:pt>
    <dgm:pt modelId="{D3EA7569-F79C-4F9A-816A-5F80165AC4E9}" type="pres">
      <dgm:prSet presAssocID="{96FE824D-7C91-4F60-96F5-DE10C79CEC89}" presName="Name37" presStyleLbl="parChTrans1D2" presStyleIdx="1" presStyleCnt="2"/>
      <dgm:spPr/>
    </dgm:pt>
    <dgm:pt modelId="{7BEA048C-9700-4977-A36E-B6B40C1424A8}" type="pres">
      <dgm:prSet presAssocID="{9C2C6B1E-EF20-440A-AE4B-9229975CAD27}" presName="hierRoot2" presStyleCnt="0">
        <dgm:presLayoutVars>
          <dgm:hierBranch val="init"/>
        </dgm:presLayoutVars>
      </dgm:prSet>
      <dgm:spPr/>
    </dgm:pt>
    <dgm:pt modelId="{200C48B8-8C8D-4F44-A2B7-3B0B2FCCE413}" type="pres">
      <dgm:prSet presAssocID="{9C2C6B1E-EF20-440A-AE4B-9229975CAD27}" presName="rootComposite" presStyleCnt="0"/>
      <dgm:spPr/>
    </dgm:pt>
    <dgm:pt modelId="{0E0C1E87-ECCC-47FE-89E9-44F54DC57B31}" type="pres">
      <dgm:prSet presAssocID="{9C2C6B1E-EF20-440A-AE4B-9229975CAD27}" presName="rootText" presStyleLbl="node2" presStyleIdx="1" presStyleCnt="2" custScaleX="130338" custScaleY="113345" custLinFactX="10657" custLinFactNeighborX="100000" custLinFactNeighborY="-67568">
        <dgm:presLayoutVars>
          <dgm:chPref val="3"/>
        </dgm:presLayoutVars>
      </dgm:prSet>
      <dgm:spPr/>
    </dgm:pt>
    <dgm:pt modelId="{C7EFCA7B-B6C9-4009-9CC9-064668BF27BE}" type="pres">
      <dgm:prSet presAssocID="{9C2C6B1E-EF20-440A-AE4B-9229975CAD27}" presName="rootConnector" presStyleLbl="node2" presStyleIdx="1" presStyleCnt="2"/>
      <dgm:spPr/>
    </dgm:pt>
    <dgm:pt modelId="{938DAE12-CBEF-49DD-8CB8-DE6B4078B785}" type="pres">
      <dgm:prSet presAssocID="{9C2C6B1E-EF20-440A-AE4B-9229975CAD27}" presName="hierChild4" presStyleCnt="0"/>
      <dgm:spPr/>
    </dgm:pt>
    <dgm:pt modelId="{722E517E-91E1-4EE6-8588-8895C75B3927}" type="pres">
      <dgm:prSet presAssocID="{E6B8EB08-3032-43C6-8A80-58E11ACE88B8}" presName="Name37" presStyleLbl="parChTrans1D3" presStyleIdx="0" presStyleCnt="1"/>
      <dgm:spPr/>
    </dgm:pt>
    <dgm:pt modelId="{F74CE1CC-DD82-4444-B970-723CFB85F09F}" type="pres">
      <dgm:prSet presAssocID="{0978BD4B-FE10-4A29-8CEB-A204DB2ADBC9}" presName="hierRoot2" presStyleCnt="0">
        <dgm:presLayoutVars>
          <dgm:hierBranch/>
        </dgm:presLayoutVars>
      </dgm:prSet>
      <dgm:spPr/>
    </dgm:pt>
    <dgm:pt modelId="{3CC57A1A-C52F-4488-BDCC-80DFD73A918F}" type="pres">
      <dgm:prSet presAssocID="{0978BD4B-FE10-4A29-8CEB-A204DB2ADBC9}" presName="rootComposite" presStyleCnt="0"/>
      <dgm:spPr/>
    </dgm:pt>
    <dgm:pt modelId="{7F37AE5B-F4E4-4C28-AE93-F95FE48B4757}" type="pres">
      <dgm:prSet presAssocID="{0978BD4B-FE10-4A29-8CEB-A204DB2ADBC9}" presName="rootText" presStyleLbl="node3" presStyleIdx="0" presStyleCnt="1" custAng="0" custScaleX="130338" custScaleY="113345" custLinFactX="10657" custLinFactNeighborX="100000" custLinFactNeighborY="-67568">
        <dgm:presLayoutVars>
          <dgm:chPref val="3"/>
        </dgm:presLayoutVars>
      </dgm:prSet>
      <dgm:spPr/>
    </dgm:pt>
    <dgm:pt modelId="{047D7A3D-A4F8-4E5A-9CAD-2987B26EA1EA}" type="pres">
      <dgm:prSet presAssocID="{0978BD4B-FE10-4A29-8CEB-A204DB2ADBC9}" presName="rootConnector" presStyleLbl="node3" presStyleIdx="0" presStyleCnt="1"/>
      <dgm:spPr/>
    </dgm:pt>
    <dgm:pt modelId="{B28AE6F8-F975-4D38-83DF-E8119FECD638}" type="pres">
      <dgm:prSet presAssocID="{0978BD4B-FE10-4A29-8CEB-A204DB2ADBC9}" presName="hierChild4" presStyleCnt="0"/>
      <dgm:spPr/>
    </dgm:pt>
    <dgm:pt modelId="{6B1EF2D3-C713-4C48-9184-8B9B85A8C3D6}" type="pres">
      <dgm:prSet presAssocID="{C0FBF912-F332-40B1-9DD7-768155089827}" presName="Name35" presStyleLbl="parChTrans1D4" presStyleIdx="0" presStyleCnt="1"/>
      <dgm:spPr/>
    </dgm:pt>
    <dgm:pt modelId="{7D490D5A-CC91-403A-89BA-26C60926835E}" type="pres">
      <dgm:prSet presAssocID="{B95DFC91-208F-44A2-AA83-BAA5F63BBAA6}" presName="hierRoot2" presStyleCnt="0">
        <dgm:presLayoutVars>
          <dgm:hierBranch val="init"/>
        </dgm:presLayoutVars>
      </dgm:prSet>
      <dgm:spPr/>
    </dgm:pt>
    <dgm:pt modelId="{E5758686-7290-4345-8961-83EC0DCB8118}" type="pres">
      <dgm:prSet presAssocID="{B95DFC91-208F-44A2-AA83-BAA5F63BBAA6}" presName="rootComposite" presStyleCnt="0"/>
      <dgm:spPr/>
    </dgm:pt>
    <dgm:pt modelId="{B05D0510-E7C3-47C0-942E-1F80624A442F}" type="pres">
      <dgm:prSet presAssocID="{B95DFC91-208F-44A2-AA83-BAA5F63BBAA6}" presName="rootText" presStyleLbl="node4" presStyleIdx="0" presStyleCnt="1" custScaleX="130338" custScaleY="113345" custLinFactX="10657" custLinFactNeighborX="100000" custLinFactNeighborY="-67568">
        <dgm:presLayoutVars>
          <dgm:chPref val="3"/>
        </dgm:presLayoutVars>
      </dgm:prSet>
      <dgm:spPr/>
    </dgm:pt>
    <dgm:pt modelId="{2AD791E1-421A-4763-BCA5-19902B3C73D3}" type="pres">
      <dgm:prSet presAssocID="{B95DFC91-208F-44A2-AA83-BAA5F63BBAA6}" presName="rootConnector" presStyleLbl="node4" presStyleIdx="0" presStyleCnt="1"/>
      <dgm:spPr/>
    </dgm:pt>
    <dgm:pt modelId="{C2E3215D-6507-4AB0-8952-D7ABE9B474CF}" type="pres">
      <dgm:prSet presAssocID="{B95DFC91-208F-44A2-AA83-BAA5F63BBAA6}" presName="hierChild4" presStyleCnt="0"/>
      <dgm:spPr/>
    </dgm:pt>
    <dgm:pt modelId="{6249A898-AF2F-45D8-9940-CE711AE99577}" type="pres">
      <dgm:prSet presAssocID="{B95DFC91-208F-44A2-AA83-BAA5F63BBAA6}" presName="hierChild5" presStyleCnt="0"/>
      <dgm:spPr/>
    </dgm:pt>
    <dgm:pt modelId="{BF4BFA83-E760-4486-8AB8-387CC1CDA6E7}" type="pres">
      <dgm:prSet presAssocID="{0978BD4B-FE10-4A29-8CEB-A204DB2ADBC9}" presName="hierChild5" presStyleCnt="0"/>
      <dgm:spPr/>
    </dgm:pt>
    <dgm:pt modelId="{3DF00BCB-CDBE-40CC-8379-87B86EAC0C5F}" type="pres">
      <dgm:prSet presAssocID="{9C2C6B1E-EF20-440A-AE4B-9229975CAD27}" presName="hierChild5" presStyleCnt="0"/>
      <dgm:spPr/>
    </dgm:pt>
    <dgm:pt modelId="{A5CB46DC-ADEC-43D2-89CC-80B4BF61B9D8}" type="pres">
      <dgm:prSet presAssocID="{2312E0F6-0D0D-4320-95C1-5F4A3C4EBDB1}" presName="hierChild3" presStyleCnt="0"/>
      <dgm:spPr/>
    </dgm:pt>
    <dgm:pt modelId="{09A5ACF2-0B14-47C9-B57F-BAB406FC2218}" type="pres">
      <dgm:prSet presAssocID="{ED36EDF3-25E0-4EB8-84A8-AC3B40DBF3BF}" presName="hierRoot1" presStyleCnt="0">
        <dgm:presLayoutVars>
          <dgm:hierBranch val="init"/>
        </dgm:presLayoutVars>
      </dgm:prSet>
      <dgm:spPr/>
    </dgm:pt>
    <dgm:pt modelId="{33DB98A5-96C9-492F-BCF7-BDA23F6877E7}" type="pres">
      <dgm:prSet presAssocID="{ED36EDF3-25E0-4EB8-84A8-AC3B40DBF3BF}" presName="rootComposite1" presStyleCnt="0"/>
      <dgm:spPr/>
    </dgm:pt>
    <dgm:pt modelId="{F179D811-CC5D-44B3-A5A2-860E5A9427CD}" type="pres">
      <dgm:prSet presAssocID="{ED36EDF3-25E0-4EB8-84A8-AC3B40DBF3BF}" presName="rootText1" presStyleLbl="node0" presStyleIdx="1" presStyleCnt="5" custScaleX="339830" custScaleY="234742" custLinFactX="-100000" custLinFactNeighborX="-102964" custLinFactNeighborY="-2173">
        <dgm:presLayoutVars>
          <dgm:chPref val="3"/>
        </dgm:presLayoutVars>
      </dgm:prSet>
      <dgm:spPr/>
    </dgm:pt>
    <dgm:pt modelId="{6B16128F-A3C3-4F2B-8D46-CBCFCA7067C5}" type="pres">
      <dgm:prSet presAssocID="{ED36EDF3-25E0-4EB8-84A8-AC3B40DBF3BF}" presName="rootConnector1" presStyleLbl="node1" presStyleIdx="0" presStyleCnt="0"/>
      <dgm:spPr/>
    </dgm:pt>
    <dgm:pt modelId="{D2E70B37-2502-463C-88FF-749654ACF546}" type="pres">
      <dgm:prSet presAssocID="{ED36EDF3-25E0-4EB8-84A8-AC3B40DBF3BF}" presName="hierChild2" presStyleCnt="0"/>
      <dgm:spPr/>
    </dgm:pt>
    <dgm:pt modelId="{D0EA8854-2F5B-450A-A44C-0664E6F58154}" type="pres">
      <dgm:prSet presAssocID="{ED36EDF3-25E0-4EB8-84A8-AC3B40DBF3BF}" presName="hierChild3" presStyleCnt="0"/>
      <dgm:spPr/>
    </dgm:pt>
    <dgm:pt modelId="{94545BAD-DF09-41BD-86F6-FB652C0B0615}" type="pres">
      <dgm:prSet presAssocID="{245CDB1D-3F82-4722-BF83-26380D87A6BD}" presName="hierRoot1" presStyleCnt="0">
        <dgm:presLayoutVars>
          <dgm:hierBranch val="init"/>
        </dgm:presLayoutVars>
      </dgm:prSet>
      <dgm:spPr/>
    </dgm:pt>
    <dgm:pt modelId="{CC924A88-FA94-4F68-81A7-20B004D8DADE}" type="pres">
      <dgm:prSet presAssocID="{245CDB1D-3F82-4722-BF83-26380D87A6BD}" presName="rootComposite1" presStyleCnt="0"/>
      <dgm:spPr/>
    </dgm:pt>
    <dgm:pt modelId="{A83705DD-253D-4AD1-B5F5-1DBB0E921924}" type="pres">
      <dgm:prSet presAssocID="{245CDB1D-3F82-4722-BF83-26380D87A6BD}" presName="rootText1" presStyleLbl="node0" presStyleIdx="2" presStyleCnt="5" custScaleX="130338" custScaleY="113345" custLinFactX="-117947" custLinFactY="316672" custLinFactNeighborX="-200000" custLinFactNeighborY="400000">
        <dgm:presLayoutVars>
          <dgm:chPref val="3"/>
        </dgm:presLayoutVars>
      </dgm:prSet>
      <dgm:spPr/>
    </dgm:pt>
    <dgm:pt modelId="{646B567C-3302-4B03-9829-985C886CEAC4}" type="pres">
      <dgm:prSet presAssocID="{245CDB1D-3F82-4722-BF83-26380D87A6BD}" presName="rootConnector1" presStyleLbl="node1" presStyleIdx="0" presStyleCnt="0"/>
      <dgm:spPr/>
    </dgm:pt>
    <dgm:pt modelId="{E7C4527E-DB00-4955-9490-A19BABCC43EB}" type="pres">
      <dgm:prSet presAssocID="{245CDB1D-3F82-4722-BF83-26380D87A6BD}" presName="hierChild2" presStyleCnt="0"/>
      <dgm:spPr/>
    </dgm:pt>
    <dgm:pt modelId="{4DCC56B6-9B5A-421A-803B-7A7EB6357886}" type="pres">
      <dgm:prSet presAssocID="{245CDB1D-3F82-4722-BF83-26380D87A6BD}" presName="hierChild3" presStyleCnt="0"/>
      <dgm:spPr/>
    </dgm:pt>
    <dgm:pt modelId="{7E9F5847-7C3B-431C-BB8B-EDF219BC955A}" type="pres">
      <dgm:prSet presAssocID="{AAF5C90A-F97F-4206-961F-00C100583C15}" presName="hierRoot1" presStyleCnt="0">
        <dgm:presLayoutVars>
          <dgm:hierBranch val="init"/>
        </dgm:presLayoutVars>
      </dgm:prSet>
      <dgm:spPr/>
    </dgm:pt>
    <dgm:pt modelId="{1D1C9C2F-21E6-44D4-8D3C-58A2F03A5BAC}" type="pres">
      <dgm:prSet presAssocID="{AAF5C90A-F97F-4206-961F-00C100583C15}" presName="rootComposite1" presStyleCnt="0"/>
      <dgm:spPr/>
    </dgm:pt>
    <dgm:pt modelId="{1FADD490-8DD1-4022-B2DF-AC8FA9E1CD00}" type="pres">
      <dgm:prSet presAssocID="{AAF5C90A-F97F-4206-961F-00C100583C15}" presName="rootText1" presStyleLbl="node0" presStyleIdx="3" presStyleCnt="5" custScaleX="130338" custScaleY="113345" custLinFactX="-300000" custLinFactY="316672" custLinFactNeighborX="-345154" custLinFactNeighborY="400000">
        <dgm:presLayoutVars>
          <dgm:chPref val="3"/>
        </dgm:presLayoutVars>
      </dgm:prSet>
      <dgm:spPr/>
    </dgm:pt>
    <dgm:pt modelId="{8E95E0E2-8F9E-48E0-83A7-B95154630E0E}" type="pres">
      <dgm:prSet presAssocID="{AAF5C90A-F97F-4206-961F-00C100583C15}" presName="rootConnector1" presStyleLbl="node1" presStyleIdx="0" presStyleCnt="0"/>
      <dgm:spPr/>
    </dgm:pt>
    <dgm:pt modelId="{AB75D3C3-AACB-43C1-8B2D-9EE435EA3D90}" type="pres">
      <dgm:prSet presAssocID="{AAF5C90A-F97F-4206-961F-00C100583C15}" presName="hierChild2" presStyleCnt="0"/>
      <dgm:spPr/>
    </dgm:pt>
    <dgm:pt modelId="{55E918B4-7223-4476-A0B3-B896403DC38F}" type="pres">
      <dgm:prSet presAssocID="{AAF5C90A-F97F-4206-961F-00C100583C15}" presName="hierChild3" presStyleCnt="0"/>
      <dgm:spPr/>
    </dgm:pt>
    <dgm:pt modelId="{A7DFB799-AE02-4FF7-8EB8-ADBD94F372A9}" type="pres">
      <dgm:prSet presAssocID="{71102B00-E470-4304-A9BF-A563CF71A236}" presName="hierRoot1" presStyleCnt="0">
        <dgm:presLayoutVars>
          <dgm:hierBranch val="init"/>
        </dgm:presLayoutVars>
      </dgm:prSet>
      <dgm:spPr/>
    </dgm:pt>
    <dgm:pt modelId="{B0134919-7258-441D-81FC-BD2BF56BE82C}" type="pres">
      <dgm:prSet presAssocID="{71102B00-E470-4304-A9BF-A563CF71A236}" presName="rootComposite1" presStyleCnt="0"/>
      <dgm:spPr/>
    </dgm:pt>
    <dgm:pt modelId="{C549B7D7-3BAB-4C59-8097-E8EB303BDC31}" type="pres">
      <dgm:prSet presAssocID="{71102B00-E470-4304-A9BF-A563CF71A236}" presName="rootText1" presStyleLbl="node0" presStyleIdx="4" presStyleCnt="5" custScaleX="130338" custScaleY="113345" custLinFactX="-200000" custLinFactY="316672" custLinFactNeighborX="-244599" custLinFactNeighborY="400000">
        <dgm:presLayoutVars>
          <dgm:chPref val="3"/>
        </dgm:presLayoutVars>
      </dgm:prSet>
      <dgm:spPr/>
    </dgm:pt>
    <dgm:pt modelId="{85B28843-49C6-4EAE-B013-5FC42F50BC5F}" type="pres">
      <dgm:prSet presAssocID="{71102B00-E470-4304-A9BF-A563CF71A236}" presName="rootConnector1" presStyleLbl="node1" presStyleIdx="0" presStyleCnt="0"/>
      <dgm:spPr/>
    </dgm:pt>
    <dgm:pt modelId="{686F3128-EE08-44F3-8082-3010FA1500FC}" type="pres">
      <dgm:prSet presAssocID="{71102B00-E470-4304-A9BF-A563CF71A236}" presName="hierChild2" presStyleCnt="0"/>
      <dgm:spPr/>
    </dgm:pt>
    <dgm:pt modelId="{2525480E-6D77-4EC3-BB22-5768A6C0903D}" type="pres">
      <dgm:prSet presAssocID="{71102B00-E470-4304-A9BF-A563CF71A236}" presName="hierChild3" presStyleCnt="0"/>
      <dgm:spPr/>
    </dgm:pt>
  </dgm:ptLst>
  <dgm:cxnLst>
    <dgm:cxn modelId="{484FCE03-7076-428F-8E94-E7D672ADD3C4}" type="presOf" srcId="{AAF5C90A-F97F-4206-961F-00C100583C15}" destId="{8E95E0E2-8F9E-48E0-83A7-B95154630E0E}" srcOrd="1" destOrd="0" presId="urn:microsoft.com/office/officeart/2005/8/layout/orgChart1"/>
    <dgm:cxn modelId="{0003170B-9273-4EE3-8977-4FADA3DA0052}" type="presOf" srcId="{71102B00-E470-4304-A9BF-A563CF71A236}" destId="{85B28843-49C6-4EAE-B013-5FC42F50BC5F}" srcOrd="1" destOrd="0" presId="urn:microsoft.com/office/officeart/2005/8/layout/orgChart1"/>
    <dgm:cxn modelId="{92155C0B-F894-4075-8920-7E8806383827}" type="presOf" srcId="{71102B00-E470-4304-A9BF-A563CF71A236}" destId="{C549B7D7-3BAB-4C59-8097-E8EB303BDC31}" srcOrd="0" destOrd="0" presId="urn:microsoft.com/office/officeart/2005/8/layout/orgChart1"/>
    <dgm:cxn modelId="{FECF6312-9FCA-457F-B5C9-9E357085222B}" type="presOf" srcId="{B95DFC91-208F-44A2-AA83-BAA5F63BBAA6}" destId="{2AD791E1-421A-4763-BCA5-19902B3C73D3}" srcOrd="1" destOrd="0" presId="urn:microsoft.com/office/officeart/2005/8/layout/orgChart1"/>
    <dgm:cxn modelId="{D016392A-A725-4F01-BF9F-43685E9F9A9C}" type="presOf" srcId="{96FE824D-7C91-4F60-96F5-DE10C79CEC89}" destId="{D3EA7569-F79C-4F9A-816A-5F80165AC4E9}" srcOrd="0" destOrd="0" presId="urn:microsoft.com/office/officeart/2005/8/layout/orgChart1"/>
    <dgm:cxn modelId="{D28D232D-5335-4F62-A1E7-13962F620A55}" type="presOf" srcId="{B95DFC91-208F-44A2-AA83-BAA5F63BBAA6}" destId="{B05D0510-E7C3-47C0-942E-1F80624A442F}" srcOrd="0" destOrd="0" presId="urn:microsoft.com/office/officeart/2005/8/layout/orgChart1"/>
    <dgm:cxn modelId="{3D243C37-2B56-4973-88E1-898D7FD8F1AF}" type="presOf" srcId="{245CDB1D-3F82-4722-BF83-26380D87A6BD}" destId="{A83705DD-253D-4AD1-B5F5-1DBB0E921924}" srcOrd="0" destOrd="0" presId="urn:microsoft.com/office/officeart/2005/8/layout/orgChart1"/>
    <dgm:cxn modelId="{5CA0253C-84AD-4E88-BB7C-304DE9BFE517}" type="presOf" srcId="{59235751-73B0-4902-BC15-5EE578468ED8}" destId="{1BE690B0-9E47-421D-B52E-6BDA10673017}" srcOrd="0" destOrd="0" presId="urn:microsoft.com/office/officeart/2005/8/layout/orgChart1"/>
    <dgm:cxn modelId="{F4CC2A3D-09CD-4B7F-B058-41B9BE31BF08}" type="presOf" srcId="{9C2C6B1E-EF20-440A-AE4B-9229975CAD27}" destId="{0E0C1E87-ECCC-47FE-89E9-44F54DC57B31}" srcOrd="0" destOrd="0" presId="urn:microsoft.com/office/officeart/2005/8/layout/orgChart1"/>
    <dgm:cxn modelId="{E2A85B5E-0491-4AEC-B90C-20D384DFB22E}" type="presOf" srcId="{2312E0F6-0D0D-4320-95C1-5F4A3C4EBDB1}" destId="{86E548A0-7FD8-40B1-8A0C-34F72966322B}" srcOrd="0" destOrd="0" presId="urn:microsoft.com/office/officeart/2005/8/layout/orgChart1"/>
    <dgm:cxn modelId="{59862848-2634-408B-913F-DF9413295114}" type="presOf" srcId="{24C7A122-1B11-456D-94B3-309063C56843}" destId="{BDAAC92F-A7E4-45FE-ABB2-3D3BC3F28647}" srcOrd="0" destOrd="0" presId="urn:microsoft.com/office/officeart/2005/8/layout/orgChart1"/>
    <dgm:cxn modelId="{4068034F-B973-441C-AB5B-8E924AF07B24}" type="presOf" srcId="{E6B8EB08-3032-43C6-8A80-58E11ACE88B8}" destId="{722E517E-91E1-4EE6-8588-8895C75B3927}" srcOrd="0" destOrd="0" presId="urn:microsoft.com/office/officeart/2005/8/layout/orgChart1"/>
    <dgm:cxn modelId="{24C83C76-EF84-4A0F-978D-20F1FA00ED60}" srcId="{24C7A122-1B11-456D-94B3-309063C56843}" destId="{2312E0F6-0D0D-4320-95C1-5F4A3C4EBDB1}" srcOrd="0" destOrd="0" parTransId="{AAB04965-920E-4F05-9E2B-D51BA6033705}" sibTransId="{296BE6DA-9C5C-4C0D-BFA6-1286652E5EFC}"/>
    <dgm:cxn modelId="{EAE45157-B224-4BC4-897C-C01346111454}" srcId="{24C7A122-1B11-456D-94B3-309063C56843}" destId="{245CDB1D-3F82-4722-BF83-26380D87A6BD}" srcOrd="2" destOrd="0" parTransId="{C8C8DEF6-0917-4C3F-8793-85752CD20400}" sibTransId="{3FE7AFCD-6487-4230-9CE5-211B84540C34}"/>
    <dgm:cxn modelId="{B5E2FD79-08FC-499E-A2EA-2F0DC93FE0C1}" type="presOf" srcId="{ED36EDF3-25E0-4EB8-84A8-AC3B40DBF3BF}" destId="{F179D811-CC5D-44B3-A5A2-860E5A9427CD}" srcOrd="0" destOrd="0" presId="urn:microsoft.com/office/officeart/2005/8/layout/orgChart1"/>
    <dgm:cxn modelId="{3FD9B17F-0D40-495C-8D11-A488103ADCE8}" type="presOf" srcId="{ECF341DD-6550-4FFA-8B93-8B1A2C1F47A2}" destId="{935A414B-906E-4789-B831-4981C4397143}" srcOrd="1" destOrd="0" presId="urn:microsoft.com/office/officeart/2005/8/layout/orgChart1"/>
    <dgm:cxn modelId="{B46AAC8C-A5C6-4AC4-892B-1E2AD8BDCDD6}" srcId="{24C7A122-1B11-456D-94B3-309063C56843}" destId="{ED36EDF3-25E0-4EB8-84A8-AC3B40DBF3BF}" srcOrd="1" destOrd="0" parTransId="{A7DD67A7-7E13-48F7-95AA-E9A81EE7A91E}" sibTransId="{A74AAA7D-C510-4D27-A0EF-BFBD9DCC972D}"/>
    <dgm:cxn modelId="{F86ECD93-BAFD-4E50-B591-3AA123795341}" type="presOf" srcId="{ED36EDF3-25E0-4EB8-84A8-AC3B40DBF3BF}" destId="{6B16128F-A3C3-4F2B-8D46-CBCFCA7067C5}" srcOrd="1" destOrd="0" presId="urn:microsoft.com/office/officeart/2005/8/layout/orgChart1"/>
    <dgm:cxn modelId="{84C93D9A-71F6-4EC8-AD25-EB4CE9A526A1}" type="presOf" srcId="{0978BD4B-FE10-4A29-8CEB-A204DB2ADBC9}" destId="{7F37AE5B-F4E4-4C28-AE93-F95FE48B4757}" srcOrd="0" destOrd="0" presId="urn:microsoft.com/office/officeart/2005/8/layout/orgChart1"/>
    <dgm:cxn modelId="{9E6ADCA3-6CCD-4ED9-99F7-FA6E2C0B46C2}" type="presOf" srcId="{245CDB1D-3F82-4722-BF83-26380D87A6BD}" destId="{646B567C-3302-4B03-9829-985C886CEAC4}" srcOrd="1" destOrd="0" presId="urn:microsoft.com/office/officeart/2005/8/layout/orgChart1"/>
    <dgm:cxn modelId="{D425EFC6-2B1C-493C-A369-359294254609}" type="presOf" srcId="{ECF341DD-6550-4FFA-8B93-8B1A2C1F47A2}" destId="{E2A131A0-BED4-4BF0-8D79-24E584E0C3C0}" srcOrd="0" destOrd="0" presId="urn:microsoft.com/office/officeart/2005/8/layout/orgChart1"/>
    <dgm:cxn modelId="{6A2FF7C7-8999-403A-98BE-E15C5DB7FC84}" type="presOf" srcId="{AAF5C90A-F97F-4206-961F-00C100583C15}" destId="{1FADD490-8DD1-4022-B2DF-AC8FA9E1CD00}" srcOrd="0" destOrd="0" presId="urn:microsoft.com/office/officeart/2005/8/layout/orgChart1"/>
    <dgm:cxn modelId="{236579CA-54DA-4630-B51C-7EB44F16DF5C}" srcId="{2312E0F6-0D0D-4320-95C1-5F4A3C4EBDB1}" destId="{ECF341DD-6550-4FFA-8B93-8B1A2C1F47A2}" srcOrd="0" destOrd="0" parTransId="{59235751-73B0-4902-BC15-5EE578468ED8}" sibTransId="{3D07D7CF-3E5F-4DF4-9DD6-282CD03AC658}"/>
    <dgm:cxn modelId="{308201CC-BC5D-446B-BD81-8A4362CF8796}" type="presOf" srcId="{0978BD4B-FE10-4A29-8CEB-A204DB2ADBC9}" destId="{047D7A3D-A4F8-4E5A-9CAD-2987B26EA1EA}" srcOrd="1" destOrd="0" presId="urn:microsoft.com/office/officeart/2005/8/layout/orgChart1"/>
    <dgm:cxn modelId="{8F00F9CE-C99A-4363-9CCC-DA62DAE18A6A}" srcId="{0978BD4B-FE10-4A29-8CEB-A204DB2ADBC9}" destId="{B95DFC91-208F-44A2-AA83-BAA5F63BBAA6}" srcOrd="0" destOrd="0" parTransId="{C0FBF912-F332-40B1-9DD7-768155089827}" sibTransId="{F31D8005-0ED4-444C-8355-FD79D091CD99}"/>
    <dgm:cxn modelId="{42AC99D9-2C1E-4317-B9B1-5C597B6F079A}" type="presOf" srcId="{C0FBF912-F332-40B1-9DD7-768155089827}" destId="{6B1EF2D3-C713-4C48-9184-8B9B85A8C3D6}" srcOrd="0" destOrd="0" presId="urn:microsoft.com/office/officeart/2005/8/layout/orgChart1"/>
    <dgm:cxn modelId="{C5CE8CDB-FDDA-4CF1-8F79-67665E5BA762}" srcId="{9C2C6B1E-EF20-440A-AE4B-9229975CAD27}" destId="{0978BD4B-FE10-4A29-8CEB-A204DB2ADBC9}" srcOrd="0" destOrd="0" parTransId="{E6B8EB08-3032-43C6-8A80-58E11ACE88B8}" sibTransId="{C4D5E6B0-C422-44BC-990F-EBBA628854D1}"/>
    <dgm:cxn modelId="{C40687E5-E444-4257-A8A2-0F52D175EE4D}" type="presOf" srcId="{9C2C6B1E-EF20-440A-AE4B-9229975CAD27}" destId="{C7EFCA7B-B6C9-4009-9CC9-064668BF27BE}" srcOrd="1" destOrd="0" presId="urn:microsoft.com/office/officeart/2005/8/layout/orgChart1"/>
    <dgm:cxn modelId="{8B6695F0-A06A-4B9E-9BDA-0FCCECE3BBC5}" srcId="{24C7A122-1B11-456D-94B3-309063C56843}" destId="{71102B00-E470-4304-A9BF-A563CF71A236}" srcOrd="4" destOrd="0" parTransId="{C82C3967-A42A-4065-A43D-8BE5CEB582C8}" sibTransId="{606B1121-20CA-4705-9C2C-7091115DA002}"/>
    <dgm:cxn modelId="{5A2FD6F1-C25F-43CD-A344-D3BCED0BD04C}" srcId="{2312E0F6-0D0D-4320-95C1-5F4A3C4EBDB1}" destId="{9C2C6B1E-EF20-440A-AE4B-9229975CAD27}" srcOrd="1" destOrd="0" parTransId="{96FE824D-7C91-4F60-96F5-DE10C79CEC89}" sibTransId="{C4337AB2-89AD-4FC6-B848-24679D039A96}"/>
    <dgm:cxn modelId="{161ECEF5-6313-43CF-9316-7E25D631CF53}" type="presOf" srcId="{2312E0F6-0D0D-4320-95C1-5F4A3C4EBDB1}" destId="{BD2E0086-9364-4E16-9D86-2A9ED40DFB42}" srcOrd="1" destOrd="0" presId="urn:microsoft.com/office/officeart/2005/8/layout/orgChart1"/>
    <dgm:cxn modelId="{45EECAF9-E34B-4E9D-83F3-1166F150671F}" srcId="{24C7A122-1B11-456D-94B3-309063C56843}" destId="{AAF5C90A-F97F-4206-961F-00C100583C15}" srcOrd="3" destOrd="0" parTransId="{C34DDF68-01AB-42F6-B439-45FE1A640DFD}" sibTransId="{60AD54CD-D05C-43DA-9BF5-25118AEC64CD}"/>
    <dgm:cxn modelId="{79A07B33-7C97-423E-B187-D979A57AC198}" type="presParOf" srcId="{BDAAC92F-A7E4-45FE-ABB2-3D3BC3F28647}" destId="{3C489257-B7DD-4742-A013-64AD0D940538}" srcOrd="0" destOrd="0" presId="urn:microsoft.com/office/officeart/2005/8/layout/orgChart1"/>
    <dgm:cxn modelId="{316C3EA6-8DF6-4F43-A483-29729C0E97C7}" type="presParOf" srcId="{3C489257-B7DD-4742-A013-64AD0D940538}" destId="{71871AF5-AF48-4707-B252-73A1CAFBCBC3}" srcOrd="0" destOrd="0" presId="urn:microsoft.com/office/officeart/2005/8/layout/orgChart1"/>
    <dgm:cxn modelId="{5B99DEDF-4ED9-4BA2-922C-D59EFFC6836D}" type="presParOf" srcId="{71871AF5-AF48-4707-B252-73A1CAFBCBC3}" destId="{86E548A0-7FD8-40B1-8A0C-34F72966322B}" srcOrd="0" destOrd="0" presId="urn:microsoft.com/office/officeart/2005/8/layout/orgChart1"/>
    <dgm:cxn modelId="{14D3D8AC-C40C-49CF-861B-9C339E02D838}" type="presParOf" srcId="{71871AF5-AF48-4707-B252-73A1CAFBCBC3}" destId="{BD2E0086-9364-4E16-9D86-2A9ED40DFB42}" srcOrd="1" destOrd="0" presId="urn:microsoft.com/office/officeart/2005/8/layout/orgChart1"/>
    <dgm:cxn modelId="{526BADAF-F920-419C-BA48-58CB75A7485B}" type="presParOf" srcId="{3C489257-B7DD-4742-A013-64AD0D940538}" destId="{DAE9AACA-8C68-4CF5-B549-AC94E89F81F5}" srcOrd="1" destOrd="0" presId="urn:microsoft.com/office/officeart/2005/8/layout/orgChart1"/>
    <dgm:cxn modelId="{404C74A4-CF37-4138-AE06-DFFE26C65709}" type="presParOf" srcId="{DAE9AACA-8C68-4CF5-B549-AC94E89F81F5}" destId="{1BE690B0-9E47-421D-B52E-6BDA10673017}" srcOrd="0" destOrd="0" presId="urn:microsoft.com/office/officeart/2005/8/layout/orgChart1"/>
    <dgm:cxn modelId="{FDD9C2E9-C42E-4447-9CF0-CFA3F37AB9B4}" type="presParOf" srcId="{DAE9AACA-8C68-4CF5-B549-AC94E89F81F5}" destId="{13EC4B7A-4574-4317-A30A-CDF4EA7472FE}" srcOrd="1" destOrd="0" presId="urn:microsoft.com/office/officeart/2005/8/layout/orgChart1"/>
    <dgm:cxn modelId="{D8945734-8E33-4312-86F8-09B166036B21}" type="presParOf" srcId="{13EC4B7A-4574-4317-A30A-CDF4EA7472FE}" destId="{63AAADB5-C167-4E05-8089-715292B54EA2}" srcOrd="0" destOrd="0" presId="urn:microsoft.com/office/officeart/2005/8/layout/orgChart1"/>
    <dgm:cxn modelId="{BE21F112-770A-4DB4-AD54-960B18A7AD82}" type="presParOf" srcId="{63AAADB5-C167-4E05-8089-715292B54EA2}" destId="{E2A131A0-BED4-4BF0-8D79-24E584E0C3C0}" srcOrd="0" destOrd="0" presId="urn:microsoft.com/office/officeart/2005/8/layout/orgChart1"/>
    <dgm:cxn modelId="{3736F593-A6DB-4890-BEE4-2A1B58130E1A}" type="presParOf" srcId="{63AAADB5-C167-4E05-8089-715292B54EA2}" destId="{935A414B-906E-4789-B831-4981C4397143}" srcOrd="1" destOrd="0" presId="urn:microsoft.com/office/officeart/2005/8/layout/orgChart1"/>
    <dgm:cxn modelId="{05B85248-0318-4FF8-A376-EF1ECB223D59}" type="presParOf" srcId="{13EC4B7A-4574-4317-A30A-CDF4EA7472FE}" destId="{15633A97-36A7-4753-8EDC-0C58A6FDE1C5}" srcOrd="1" destOrd="0" presId="urn:microsoft.com/office/officeart/2005/8/layout/orgChart1"/>
    <dgm:cxn modelId="{EB3036BF-DD65-4021-B431-24723A36E9ED}" type="presParOf" srcId="{13EC4B7A-4574-4317-A30A-CDF4EA7472FE}" destId="{32EEC06D-2661-4509-9738-AFB00F223418}" srcOrd="2" destOrd="0" presId="urn:microsoft.com/office/officeart/2005/8/layout/orgChart1"/>
    <dgm:cxn modelId="{76D23C7E-06CA-4B80-A5C3-7AA721FBBA0E}" type="presParOf" srcId="{DAE9AACA-8C68-4CF5-B549-AC94E89F81F5}" destId="{D3EA7569-F79C-4F9A-816A-5F80165AC4E9}" srcOrd="2" destOrd="0" presId="urn:microsoft.com/office/officeart/2005/8/layout/orgChart1"/>
    <dgm:cxn modelId="{1D12C773-9AAF-4C9A-BF01-339FB8D776B9}" type="presParOf" srcId="{DAE9AACA-8C68-4CF5-B549-AC94E89F81F5}" destId="{7BEA048C-9700-4977-A36E-B6B40C1424A8}" srcOrd="3" destOrd="0" presId="urn:microsoft.com/office/officeart/2005/8/layout/orgChart1"/>
    <dgm:cxn modelId="{02E18963-8942-4D46-84A0-CB3EAAD525AD}" type="presParOf" srcId="{7BEA048C-9700-4977-A36E-B6B40C1424A8}" destId="{200C48B8-8C8D-4F44-A2B7-3B0B2FCCE413}" srcOrd="0" destOrd="0" presId="urn:microsoft.com/office/officeart/2005/8/layout/orgChart1"/>
    <dgm:cxn modelId="{C48C7659-B256-483F-B595-4C3D8D59D4AA}" type="presParOf" srcId="{200C48B8-8C8D-4F44-A2B7-3B0B2FCCE413}" destId="{0E0C1E87-ECCC-47FE-89E9-44F54DC57B31}" srcOrd="0" destOrd="0" presId="urn:microsoft.com/office/officeart/2005/8/layout/orgChart1"/>
    <dgm:cxn modelId="{E64DD0BC-9DC6-49BF-AC7C-94A9A7522B69}" type="presParOf" srcId="{200C48B8-8C8D-4F44-A2B7-3B0B2FCCE413}" destId="{C7EFCA7B-B6C9-4009-9CC9-064668BF27BE}" srcOrd="1" destOrd="0" presId="urn:microsoft.com/office/officeart/2005/8/layout/orgChart1"/>
    <dgm:cxn modelId="{1706A42C-E68C-44A8-A922-344117AE0C2F}" type="presParOf" srcId="{7BEA048C-9700-4977-A36E-B6B40C1424A8}" destId="{938DAE12-CBEF-49DD-8CB8-DE6B4078B785}" srcOrd="1" destOrd="0" presId="urn:microsoft.com/office/officeart/2005/8/layout/orgChart1"/>
    <dgm:cxn modelId="{41F66EBC-F922-40E6-ABC7-85D65FB983FF}" type="presParOf" srcId="{938DAE12-CBEF-49DD-8CB8-DE6B4078B785}" destId="{722E517E-91E1-4EE6-8588-8895C75B3927}" srcOrd="0" destOrd="0" presId="urn:microsoft.com/office/officeart/2005/8/layout/orgChart1"/>
    <dgm:cxn modelId="{56C5181B-75EE-4286-B60F-E5806A9A01A6}" type="presParOf" srcId="{938DAE12-CBEF-49DD-8CB8-DE6B4078B785}" destId="{F74CE1CC-DD82-4444-B970-723CFB85F09F}" srcOrd="1" destOrd="0" presId="urn:microsoft.com/office/officeart/2005/8/layout/orgChart1"/>
    <dgm:cxn modelId="{2A883F58-C41B-40C3-A672-B1DF932B5B87}" type="presParOf" srcId="{F74CE1CC-DD82-4444-B970-723CFB85F09F}" destId="{3CC57A1A-C52F-4488-BDCC-80DFD73A918F}" srcOrd="0" destOrd="0" presId="urn:microsoft.com/office/officeart/2005/8/layout/orgChart1"/>
    <dgm:cxn modelId="{59453C04-B98E-4B77-A567-E272CD02F12F}" type="presParOf" srcId="{3CC57A1A-C52F-4488-BDCC-80DFD73A918F}" destId="{7F37AE5B-F4E4-4C28-AE93-F95FE48B4757}" srcOrd="0" destOrd="0" presId="urn:microsoft.com/office/officeart/2005/8/layout/orgChart1"/>
    <dgm:cxn modelId="{BCD273EE-EC1D-4B01-9E60-F55B6BD2BB91}" type="presParOf" srcId="{3CC57A1A-C52F-4488-BDCC-80DFD73A918F}" destId="{047D7A3D-A4F8-4E5A-9CAD-2987B26EA1EA}" srcOrd="1" destOrd="0" presId="urn:microsoft.com/office/officeart/2005/8/layout/orgChart1"/>
    <dgm:cxn modelId="{35D3B1B2-7756-4333-B809-BD110D36D5D2}" type="presParOf" srcId="{F74CE1CC-DD82-4444-B970-723CFB85F09F}" destId="{B28AE6F8-F975-4D38-83DF-E8119FECD638}" srcOrd="1" destOrd="0" presId="urn:microsoft.com/office/officeart/2005/8/layout/orgChart1"/>
    <dgm:cxn modelId="{B504B5FB-079D-4E9A-B12F-8E066FE55C30}" type="presParOf" srcId="{B28AE6F8-F975-4D38-83DF-E8119FECD638}" destId="{6B1EF2D3-C713-4C48-9184-8B9B85A8C3D6}" srcOrd="0" destOrd="0" presId="urn:microsoft.com/office/officeart/2005/8/layout/orgChart1"/>
    <dgm:cxn modelId="{6D8D8AA2-5F73-4E8E-9D02-8426930D1431}" type="presParOf" srcId="{B28AE6F8-F975-4D38-83DF-E8119FECD638}" destId="{7D490D5A-CC91-403A-89BA-26C60926835E}" srcOrd="1" destOrd="0" presId="urn:microsoft.com/office/officeart/2005/8/layout/orgChart1"/>
    <dgm:cxn modelId="{B13EE07B-215E-4604-8B51-7A900D87F809}" type="presParOf" srcId="{7D490D5A-CC91-403A-89BA-26C60926835E}" destId="{E5758686-7290-4345-8961-83EC0DCB8118}" srcOrd="0" destOrd="0" presId="urn:microsoft.com/office/officeart/2005/8/layout/orgChart1"/>
    <dgm:cxn modelId="{65137798-9EF6-427A-B905-27155A0F4B61}" type="presParOf" srcId="{E5758686-7290-4345-8961-83EC0DCB8118}" destId="{B05D0510-E7C3-47C0-942E-1F80624A442F}" srcOrd="0" destOrd="0" presId="urn:microsoft.com/office/officeart/2005/8/layout/orgChart1"/>
    <dgm:cxn modelId="{54F21CE8-1483-4EF5-BFA6-79F3713B16E3}" type="presParOf" srcId="{E5758686-7290-4345-8961-83EC0DCB8118}" destId="{2AD791E1-421A-4763-BCA5-19902B3C73D3}" srcOrd="1" destOrd="0" presId="urn:microsoft.com/office/officeart/2005/8/layout/orgChart1"/>
    <dgm:cxn modelId="{79F5F3B9-8175-46B7-B8E2-D39B8EDA30C6}" type="presParOf" srcId="{7D490D5A-CC91-403A-89BA-26C60926835E}" destId="{C2E3215D-6507-4AB0-8952-D7ABE9B474CF}" srcOrd="1" destOrd="0" presId="urn:microsoft.com/office/officeart/2005/8/layout/orgChart1"/>
    <dgm:cxn modelId="{6F848421-8140-4C20-AB99-609F05742A5D}" type="presParOf" srcId="{7D490D5A-CC91-403A-89BA-26C60926835E}" destId="{6249A898-AF2F-45D8-9940-CE711AE99577}" srcOrd="2" destOrd="0" presId="urn:microsoft.com/office/officeart/2005/8/layout/orgChart1"/>
    <dgm:cxn modelId="{D50D979F-E309-4A45-928B-D401E4EE5307}" type="presParOf" srcId="{F74CE1CC-DD82-4444-B970-723CFB85F09F}" destId="{BF4BFA83-E760-4486-8AB8-387CC1CDA6E7}" srcOrd="2" destOrd="0" presId="urn:microsoft.com/office/officeart/2005/8/layout/orgChart1"/>
    <dgm:cxn modelId="{B6012C1E-6E3C-4D24-BA4D-029933FA2F1D}" type="presParOf" srcId="{7BEA048C-9700-4977-A36E-B6B40C1424A8}" destId="{3DF00BCB-CDBE-40CC-8379-87B86EAC0C5F}" srcOrd="2" destOrd="0" presId="urn:microsoft.com/office/officeart/2005/8/layout/orgChart1"/>
    <dgm:cxn modelId="{84EE8A6F-6493-4D09-8483-6EAD2F65A24E}" type="presParOf" srcId="{3C489257-B7DD-4742-A013-64AD0D940538}" destId="{A5CB46DC-ADEC-43D2-89CC-80B4BF61B9D8}" srcOrd="2" destOrd="0" presId="urn:microsoft.com/office/officeart/2005/8/layout/orgChart1"/>
    <dgm:cxn modelId="{9FD7340A-396B-4A8D-9550-4840D64D580C}" type="presParOf" srcId="{BDAAC92F-A7E4-45FE-ABB2-3D3BC3F28647}" destId="{09A5ACF2-0B14-47C9-B57F-BAB406FC2218}" srcOrd="1" destOrd="0" presId="urn:microsoft.com/office/officeart/2005/8/layout/orgChart1"/>
    <dgm:cxn modelId="{6BB0B621-CBE6-465E-ACA3-00B9A1CC4E32}" type="presParOf" srcId="{09A5ACF2-0B14-47C9-B57F-BAB406FC2218}" destId="{33DB98A5-96C9-492F-BCF7-BDA23F6877E7}" srcOrd="0" destOrd="0" presId="urn:microsoft.com/office/officeart/2005/8/layout/orgChart1"/>
    <dgm:cxn modelId="{7E5F937E-7D74-4938-9E0A-CAFCB34CDD15}" type="presParOf" srcId="{33DB98A5-96C9-492F-BCF7-BDA23F6877E7}" destId="{F179D811-CC5D-44B3-A5A2-860E5A9427CD}" srcOrd="0" destOrd="0" presId="urn:microsoft.com/office/officeart/2005/8/layout/orgChart1"/>
    <dgm:cxn modelId="{26CD3F80-6B6A-4D45-A0A2-EC85CC1F3339}" type="presParOf" srcId="{33DB98A5-96C9-492F-BCF7-BDA23F6877E7}" destId="{6B16128F-A3C3-4F2B-8D46-CBCFCA7067C5}" srcOrd="1" destOrd="0" presId="urn:microsoft.com/office/officeart/2005/8/layout/orgChart1"/>
    <dgm:cxn modelId="{0163C8F8-BE69-4CBD-8E77-FE26E9C72497}" type="presParOf" srcId="{09A5ACF2-0B14-47C9-B57F-BAB406FC2218}" destId="{D2E70B37-2502-463C-88FF-749654ACF546}" srcOrd="1" destOrd="0" presId="urn:microsoft.com/office/officeart/2005/8/layout/orgChart1"/>
    <dgm:cxn modelId="{2AC84FB1-1DF5-4AA8-A87C-EA4916E1611E}" type="presParOf" srcId="{09A5ACF2-0B14-47C9-B57F-BAB406FC2218}" destId="{D0EA8854-2F5B-450A-A44C-0664E6F58154}" srcOrd="2" destOrd="0" presId="urn:microsoft.com/office/officeart/2005/8/layout/orgChart1"/>
    <dgm:cxn modelId="{016E1314-7AC4-4E90-965D-C931702E2FB9}" type="presParOf" srcId="{BDAAC92F-A7E4-45FE-ABB2-3D3BC3F28647}" destId="{94545BAD-DF09-41BD-86F6-FB652C0B0615}" srcOrd="2" destOrd="0" presId="urn:microsoft.com/office/officeart/2005/8/layout/orgChart1"/>
    <dgm:cxn modelId="{F42708E1-C682-4A8F-BA9E-04B7B6EE2E51}" type="presParOf" srcId="{94545BAD-DF09-41BD-86F6-FB652C0B0615}" destId="{CC924A88-FA94-4F68-81A7-20B004D8DADE}" srcOrd="0" destOrd="0" presId="urn:microsoft.com/office/officeart/2005/8/layout/orgChart1"/>
    <dgm:cxn modelId="{C5F801E5-6594-4548-91D7-31B347125E14}" type="presParOf" srcId="{CC924A88-FA94-4F68-81A7-20B004D8DADE}" destId="{A83705DD-253D-4AD1-B5F5-1DBB0E921924}" srcOrd="0" destOrd="0" presId="urn:microsoft.com/office/officeart/2005/8/layout/orgChart1"/>
    <dgm:cxn modelId="{7C8ECDB0-5891-466D-AF09-20D4155AC306}" type="presParOf" srcId="{CC924A88-FA94-4F68-81A7-20B004D8DADE}" destId="{646B567C-3302-4B03-9829-985C886CEAC4}" srcOrd="1" destOrd="0" presId="urn:microsoft.com/office/officeart/2005/8/layout/orgChart1"/>
    <dgm:cxn modelId="{F4E75B00-9C7A-49E0-9315-6F457CDD9638}" type="presParOf" srcId="{94545BAD-DF09-41BD-86F6-FB652C0B0615}" destId="{E7C4527E-DB00-4955-9490-A19BABCC43EB}" srcOrd="1" destOrd="0" presId="urn:microsoft.com/office/officeart/2005/8/layout/orgChart1"/>
    <dgm:cxn modelId="{37CE27B4-C721-452B-916D-0F05574DE431}" type="presParOf" srcId="{94545BAD-DF09-41BD-86F6-FB652C0B0615}" destId="{4DCC56B6-9B5A-421A-803B-7A7EB6357886}" srcOrd="2" destOrd="0" presId="urn:microsoft.com/office/officeart/2005/8/layout/orgChart1"/>
    <dgm:cxn modelId="{1335D746-8065-4A4C-A6DE-7C2E767C2243}" type="presParOf" srcId="{BDAAC92F-A7E4-45FE-ABB2-3D3BC3F28647}" destId="{7E9F5847-7C3B-431C-BB8B-EDF219BC955A}" srcOrd="3" destOrd="0" presId="urn:microsoft.com/office/officeart/2005/8/layout/orgChart1"/>
    <dgm:cxn modelId="{DB57E165-CEEA-4CF5-B8BA-01288A644831}" type="presParOf" srcId="{7E9F5847-7C3B-431C-BB8B-EDF219BC955A}" destId="{1D1C9C2F-21E6-44D4-8D3C-58A2F03A5BAC}" srcOrd="0" destOrd="0" presId="urn:microsoft.com/office/officeart/2005/8/layout/orgChart1"/>
    <dgm:cxn modelId="{57166526-B39E-491E-916C-C875D394A70E}" type="presParOf" srcId="{1D1C9C2F-21E6-44D4-8D3C-58A2F03A5BAC}" destId="{1FADD490-8DD1-4022-B2DF-AC8FA9E1CD00}" srcOrd="0" destOrd="0" presId="urn:microsoft.com/office/officeart/2005/8/layout/orgChart1"/>
    <dgm:cxn modelId="{FEF13E7A-8F74-43D8-B82F-A79340418044}" type="presParOf" srcId="{1D1C9C2F-21E6-44D4-8D3C-58A2F03A5BAC}" destId="{8E95E0E2-8F9E-48E0-83A7-B95154630E0E}" srcOrd="1" destOrd="0" presId="urn:microsoft.com/office/officeart/2005/8/layout/orgChart1"/>
    <dgm:cxn modelId="{84C51D4D-AFEB-4B85-B6B3-896F4E157713}" type="presParOf" srcId="{7E9F5847-7C3B-431C-BB8B-EDF219BC955A}" destId="{AB75D3C3-AACB-43C1-8B2D-9EE435EA3D90}" srcOrd="1" destOrd="0" presId="urn:microsoft.com/office/officeart/2005/8/layout/orgChart1"/>
    <dgm:cxn modelId="{DD11D0B9-4AE3-4554-BBF8-004C2A2E3129}" type="presParOf" srcId="{7E9F5847-7C3B-431C-BB8B-EDF219BC955A}" destId="{55E918B4-7223-4476-A0B3-B896403DC38F}" srcOrd="2" destOrd="0" presId="urn:microsoft.com/office/officeart/2005/8/layout/orgChart1"/>
    <dgm:cxn modelId="{B8A69932-0DE7-4678-B071-95CA412636C2}" type="presParOf" srcId="{BDAAC92F-A7E4-45FE-ABB2-3D3BC3F28647}" destId="{A7DFB799-AE02-4FF7-8EB8-ADBD94F372A9}" srcOrd="4" destOrd="0" presId="urn:microsoft.com/office/officeart/2005/8/layout/orgChart1"/>
    <dgm:cxn modelId="{40D45A8F-080C-41DB-9AFE-3B7C932206D7}" type="presParOf" srcId="{A7DFB799-AE02-4FF7-8EB8-ADBD94F372A9}" destId="{B0134919-7258-441D-81FC-BD2BF56BE82C}" srcOrd="0" destOrd="0" presId="urn:microsoft.com/office/officeart/2005/8/layout/orgChart1"/>
    <dgm:cxn modelId="{C067A05B-8893-45A3-A63F-66FAAF2B33C1}" type="presParOf" srcId="{B0134919-7258-441D-81FC-BD2BF56BE82C}" destId="{C549B7D7-3BAB-4C59-8097-E8EB303BDC31}" srcOrd="0" destOrd="0" presId="urn:microsoft.com/office/officeart/2005/8/layout/orgChart1"/>
    <dgm:cxn modelId="{744F1BA7-C4D1-468A-8D06-0B75EFBA6C73}" type="presParOf" srcId="{B0134919-7258-441D-81FC-BD2BF56BE82C}" destId="{85B28843-49C6-4EAE-B013-5FC42F50BC5F}" srcOrd="1" destOrd="0" presId="urn:microsoft.com/office/officeart/2005/8/layout/orgChart1"/>
    <dgm:cxn modelId="{D3C85C73-F3A5-4736-965C-870EC733CCC2}" type="presParOf" srcId="{A7DFB799-AE02-4FF7-8EB8-ADBD94F372A9}" destId="{686F3128-EE08-44F3-8082-3010FA1500FC}" srcOrd="1" destOrd="0" presId="urn:microsoft.com/office/officeart/2005/8/layout/orgChart1"/>
    <dgm:cxn modelId="{8505E419-B011-4328-890C-3D01075AD776}" type="presParOf" srcId="{A7DFB799-AE02-4FF7-8EB8-ADBD94F372A9}" destId="{2525480E-6D77-4EC3-BB22-5768A6C0903D}" srcOrd="2" destOrd="0" presId="urn:microsoft.com/office/officeart/2005/8/layout/orgChart1"/>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140EEA83-DA84-4DCC-9DA4-A604B9C000D5}" type="doc">
      <dgm:prSet loTypeId="urn:microsoft.com/office/officeart/2005/8/layout/venn2" loCatId="relationship" qsTypeId="urn:microsoft.com/office/officeart/2005/8/quickstyle/simple2" qsCatId="simple" csTypeId="urn:microsoft.com/office/officeart/2005/8/colors/accent1_2" csCatId="accent1" phldr="1"/>
      <dgm:spPr/>
      <dgm:t>
        <a:bodyPr/>
        <a:lstStyle/>
        <a:p>
          <a:endParaRPr lang="hu-HU"/>
        </a:p>
      </dgm:t>
    </dgm:pt>
    <dgm:pt modelId="{97D74C49-2148-471A-96EC-A8E25C49C042}">
      <dgm:prSet phldrT="[Text]" phldr="0" custT="1"/>
      <dgm:spPr/>
      <dgm:t>
        <a:bodyPr/>
        <a:lstStyle/>
        <a:p>
          <a:r>
            <a:rPr lang="hu-HU" sz="1100" dirty="0"/>
            <a:t>V-S Zala Consortium</a:t>
          </a:r>
          <a:br>
            <a:rPr lang="hu-HU" sz="1050" dirty="0"/>
          </a:br>
          <a:br>
            <a:rPr lang="hu-HU" sz="1050" dirty="0"/>
          </a:br>
          <a:r>
            <a:rPr lang="hu-HU" sz="1400" b="1" dirty="0"/>
            <a:t>11.789.816.400 HUF</a:t>
          </a:r>
          <a:endParaRPr lang="hu-HU" sz="1050" b="1" dirty="0"/>
        </a:p>
      </dgm:t>
    </dgm:pt>
    <dgm:pt modelId="{31957FE3-D5D2-48CF-8249-D8A1D1846469}" type="parTrans" cxnId="{E14E8D93-9A59-4049-83A0-8DF8B69D3775}">
      <dgm:prSet/>
      <dgm:spPr/>
      <dgm:t>
        <a:bodyPr/>
        <a:lstStyle/>
        <a:p>
          <a:endParaRPr lang="hu-HU"/>
        </a:p>
      </dgm:t>
    </dgm:pt>
    <dgm:pt modelId="{79137470-861B-4FC4-A8AC-D62D67D5B157}" type="sibTrans" cxnId="{E14E8D93-9A59-4049-83A0-8DF8B69D3775}">
      <dgm:prSet/>
      <dgm:spPr/>
      <dgm:t>
        <a:bodyPr/>
        <a:lstStyle/>
        <a:p>
          <a:endParaRPr lang="hu-HU"/>
        </a:p>
      </dgm:t>
    </dgm:pt>
    <dgm:pt modelId="{250AABDD-8AA3-4A10-A236-C04F7377D191}">
      <dgm:prSet phldrT="[Text]" phldr="0" custT="1"/>
      <dgm:spPr/>
      <dgm:t>
        <a:bodyPr/>
        <a:lstStyle/>
        <a:p>
          <a:r>
            <a:rPr lang="hu-HU" sz="1050" dirty="0"/>
            <a:t>Hitachi Rail Hungary</a:t>
          </a:r>
          <a:br>
            <a:rPr lang="hu-HU" sz="1050" dirty="0"/>
          </a:br>
          <a:br>
            <a:rPr lang="hu-HU" sz="1000" dirty="0"/>
          </a:br>
          <a:r>
            <a:rPr lang="hu-HU" sz="1200" b="1" dirty="0"/>
            <a:t>3.450.000.400 HUF</a:t>
          </a:r>
          <a:endParaRPr lang="hu-HU" sz="1000" b="1" dirty="0"/>
        </a:p>
      </dgm:t>
    </dgm:pt>
    <dgm:pt modelId="{5AE831E9-11CC-4021-8413-7677A1D8800C}" type="parTrans" cxnId="{B27ACE29-8F5A-4D4A-82A6-FF9491D46AE2}">
      <dgm:prSet/>
      <dgm:spPr/>
      <dgm:t>
        <a:bodyPr/>
        <a:lstStyle/>
        <a:p>
          <a:endParaRPr lang="hu-HU"/>
        </a:p>
      </dgm:t>
    </dgm:pt>
    <dgm:pt modelId="{FEE5F119-4E7A-4BC5-A730-3ADCCD06F697}" type="sibTrans" cxnId="{B27ACE29-8F5A-4D4A-82A6-FF9491D46AE2}">
      <dgm:prSet/>
      <dgm:spPr/>
      <dgm:t>
        <a:bodyPr/>
        <a:lstStyle/>
        <a:p>
          <a:endParaRPr lang="hu-HU"/>
        </a:p>
      </dgm:t>
    </dgm:pt>
    <dgm:pt modelId="{6BD8D12C-D892-4E44-8006-49B6ACCFED04}">
      <dgm:prSet phldrT="[Text]" phldr="0" custT="1"/>
      <dgm:spPr/>
      <dgm:t>
        <a:bodyPr/>
        <a:lstStyle/>
        <a:p>
          <a:r>
            <a:rPr lang="hu-HU" sz="1100" dirty="0"/>
            <a:t>Hitachi Rail Austria</a:t>
          </a:r>
          <a:br>
            <a:rPr lang="hu-HU" sz="1100" dirty="0"/>
          </a:br>
          <a:endParaRPr lang="hu-HU" sz="1100" dirty="0"/>
        </a:p>
        <a:p>
          <a:r>
            <a:rPr lang="hu-HU" sz="1200" b="1" dirty="0"/>
            <a:t>1.150.256.458 HUF</a:t>
          </a:r>
        </a:p>
      </dgm:t>
    </dgm:pt>
    <dgm:pt modelId="{ABD763F0-CF0A-4FF2-A2F5-C1C45FB7DAC1}" type="parTrans" cxnId="{1FA52B2C-978A-483A-BF86-6E256186F924}">
      <dgm:prSet/>
      <dgm:spPr/>
      <dgm:t>
        <a:bodyPr/>
        <a:lstStyle/>
        <a:p>
          <a:endParaRPr lang="hu-HU"/>
        </a:p>
      </dgm:t>
    </dgm:pt>
    <dgm:pt modelId="{9C4E068B-02CB-4AB8-8040-A7BCF8D8BBB9}" type="sibTrans" cxnId="{1FA52B2C-978A-483A-BF86-6E256186F924}">
      <dgm:prSet/>
      <dgm:spPr/>
      <dgm:t>
        <a:bodyPr/>
        <a:lstStyle/>
        <a:p>
          <a:endParaRPr lang="hu-HU"/>
        </a:p>
      </dgm:t>
    </dgm:pt>
    <dgm:pt modelId="{80D68A80-F430-4B0E-B5D5-6179FC03ADFD}" type="pres">
      <dgm:prSet presAssocID="{140EEA83-DA84-4DCC-9DA4-A604B9C000D5}" presName="Name0" presStyleCnt="0">
        <dgm:presLayoutVars>
          <dgm:chMax val="7"/>
          <dgm:resizeHandles val="exact"/>
        </dgm:presLayoutVars>
      </dgm:prSet>
      <dgm:spPr/>
    </dgm:pt>
    <dgm:pt modelId="{4F1B6D5A-1010-44F1-846D-D4B749CB642F}" type="pres">
      <dgm:prSet presAssocID="{140EEA83-DA84-4DCC-9DA4-A604B9C000D5}" presName="comp1" presStyleCnt="0"/>
      <dgm:spPr/>
    </dgm:pt>
    <dgm:pt modelId="{4E6A2AB6-24A8-42AB-8BE7-2208C66CB056}" type="pres">
      <dgm:prSet presAssocID="{140EEA83-DA84-4DCC-9DA4-A604B9C000D5}" presName="circle1" presStyleLbl="node1" presStyleIdx="0" presStyleCnt="3" custScaleX="118223"/>
      <dgm:spPr/>
    </dgm:pt>
    <dgm:pt modelId="{E01E367B-1D33-47A7-A6BD-164BF9E0E1F7}" type="pres">
      <dgm:prSet presAssocID="{140EEA83-DA84-4DCC-9DA4-A604B9C000D5}" presName="c1text" presStyleLbl="node1" presStyleIdx="0" presStyleCnt="3">
        <dgm:presLayoutVars>
          <dgm:bulletEnabled val="1"/>
        </dgm:presLayoutVars>
      </dgm:prSet>
      <dgm:spPr/>
    </dgm:pt>
    <dgm:pt modelId="{9E385F5B-005D-4073-8A93-2BAA1B1F34C1}" type="pres">
      <dgm:prSet presAssocID="{140EEA83-DA84-4DCC-9DA4-A604B9C000D5}" presName="comp2" presStyleCnt="0"/>
      <dgm:spPr/>
    </dgm:pt>
    <dgm:pt modelId="{765B60BE-FEEA-4C18-BC06-FBEC48FFCE0E}" type="pres">
      <dgm:prSet presAssocID="{140EEA83-DA84-4DCC-9DA4-A604B9C000D5}" presName="circle2" presStyleLbl="node1" presStyleIdx="1" presStyleCnt="3"/>
      <dgm:spPr/>
    </dgm:pt>
    <dgm:pt modelId="{3C5537BA-820B-4E15-A068-A7E60BC4DADC}" type="pres">
      <dgm:prSet presAssocID="{140EEA83-DA84-4DCC-9DA4-A604B9C000D5}" presName="c2text" presStyleLbl="node1" presStyleIdx="1" presStyleCnt="3">
        <dgm:presLayoutVars>
          <dgm:bulletEnabled val="1"/>
        </dgm:presLayoutVars>
      </dgm:prSet>
      <dgm:spPr/>
    </dgm:pt>
    <dgm:pt modelId="{0C20C76D-ACF2-480E-96AE-2F8272A69DE2}" type="pres">
      <dgm:prSet presAssocID="{140EEA83-DA84-4DCC-9DA4-A604B9C000D5}" presName="comp3" presStyleCnt="0"/>
      <dgm:spPr/>
    </dgm:pt>
    <dgm:pt modelId="{30A9B13B-C911-4F99-8AC8-86A89127A4D3}" type="pres">
      <dgm:prSet presAssocID="{140EEA83-DA84-4DCC-9DA4-A604B9C000D5}" presName="circle3" presStyleLbl="node1" presStyleIdx="2" presStyleCnt="3" custScaleX="97087" custScaleY="91597"/>
      <dgm:spPr/>
    </dgm:pt>
    <dgm:pt modelId="{9689323E-411B-4802-BA11-735EB751FAE0}" type="pres">
      <dgm:prSet presAssocID="{140EEA83-DA84-4DCC-9DA4-A604B9C000D5}" presName="c3text" presStyleLbl="node1" presStyleIdx="2" presStyleCnt="3">
        <dgm:presLayoutVars>
          <dgm:bulletEnabled val="1"/>
        </dgm:presLayoutVars>
      </dgm:prSet>
      <dgm:spPr/>
    </dgm:pt>
  </dgm:ptLst>
  <dgm:cxnLst>
    <dgm:cxn modelId="{B27ACE29-8F5A-4D4A-82A6-FF9491D46AE2}" srcId="{140EEA83-DA84-4DCC-9DA4-A604B9C000D5}" destId="{250AABDD-8AA3-4A10-A236-C04F7377D191}" srcOrd="1" destOrd="0" parTransId="{5AE831E9-11CC-4021-8413-7677A1D8800C}" sibTransId="{FEE5F119-4E7A-4BC5-A730-3ADCCD06F697}"/>
    <dgm:cxn modelId="{1FA52B2C-978A-483A-BF86-6E256186F924}" srcId="{140EEA83-DA84-4DCC-9DA4-A604B9C000D5}" destId="{6BD8D12C-D892-4E44-8006-49B6ACCFED04}" srcOrd="2" destOrd="0" parTransId="{ABD763F0-CF0A-4FF2-A2F5-C1C45FB7DAC1}" sibTransId="{9C4E068B-02CB-4AB8-8040-A7BCF8D8BBB9}"/>
    <dgm:cxn modelId="{017B593F-BBC1-49EB-8288-DDC1577E73EC}" type="presOf" srcId="{97D74C49-2148-471A-96EC-A8E25C49C042}" destId="{4E6A2AB6-24A8-42AB-8BE7-2208C66CB056}" srcOrd="0" destOrd="0" presId="urn:microsoft.com/office/officeart/2005/8/layout/venn2"/>
    <dgm:cxn modelId="{053D9A8E-C019-45DB-BBB6-2B8F0FEEFC85}" type="presOf" srcId="{250AABDD-8AA3-4A10-A236-C04F7377D191}" destId="{3C5537BA-820B-4E15-A068-A7E60BC4DADC}" srcOrd="1" destOrd="0" presId="urn:microsoft.com/office/officeart/2005/8/layout/venn2"/>
    <dgm:cxn modelId="{E14E8D93-9A59-4049-83A0-8DF8B69D3775}" srcId="{140EEA83-DA84-4DCC-9DA4-A604B9C000D5}" destId="{97D74C49-2148-471A-96EC-A8E25C49C042}" srcOrd="0" destOrd="0" parTransId="{31957FE3-D5D2-48CF-8249-D8A1D1846469}" sibTransId="{79137470-861B-4FC4-A8AC-D62D67D5B157}"/>
    <dgm:cxn modelId="{BD615B9C-9437-4CF7-B5AB-998630B64D08}" type="presOf" srcId="{140EEA83-DA84-4DCC-9DA4-A604B9C000D5}" destId="{80D68A80-F430-4B0E-B5D5-6179FC03ADFD}" srcOrd="0" destOrd="0" presId="urn:microsoft.com/office/officeart/2005/8/layout/venn2"/>
    <dgm:cxn modelId="{67BAC0B5-F5FB-417B-924A-034FA5F5F92B}" type="presOf" srcId="{250AABDD-8AA3-4A10-A236-C04F7377D191}" destId="{765B60BE-FEEA-4C18-BC06-FBEC48FFCE0E}" srcOrd="0" destOrd="0" presId="urn:microsoft.com/office/officeart/2005/8/layout/venn2"/>
    <dgm:cxn modelId="{9D3964CB-FA99-4273-8456-346FA256AE64}" type="presOf" srcId="{97D74C49-2148-471A-96EC-A8E25C49C042}" destId="{E01E367B-1D33-47A7-A6BD-164BF9E0E1F7}" srcOrd="1" destOrd="0" presId="urn:microsoft.com/office/officeart/2005/8/layout/venn2"/>
    <dgm:cxn modelId="{394205CE-7713-467B-8961-AF9E35275184}" type="presOf" srcId="{6BD8D12C-D892-4E44-8006-49B6ACCFED04}" destId="{30A9B13B-C911-4F99-8AC8-86A89127A4D3}" srcOrd="0" destOrd="0" presId="urn:microsoft.com/office/officeart/2005/8/layout/venn2"/>
    <dgm:cxn modelId="{A178D4F2-AE77-4614-A0E0-5E9815A6AB08}" type="presOf" srcId="{6BD8D12C-D892-4E44-8006-49B6ACCFED04}" destId="{9689323E-411B-4802-BA11-735EB751FAE0}" srcOrd="1" destOrd="0" presId="urn:microsoft.com/office/officeart/2005/8/layout/venn2"/>
    <dgm:cxn modelId="{4A649C24-2C3C-4E1B-92B4-C37FEA69B201}" type="presParOf" srcId="{80D68A80-F430-4B0E-B5D5-6179FC03ADFD}" destId="{4F1B6D5A-1010-44F1-846D-D4B749CB642F}" srcOrd="0" destOrd="0" presId="urn:microsoft.com/office/officeart/2005/8/layout/venn2"/>
    <dgm:cxn modelId="{BC2F4DB4-0316-46C0-86C9-58BD3EA55629}" type="presParOf" srcId="{4F1B6D5A-1010-44F1-846D-D4B749CB642F}" destId="{4E6A2AB6-24A8-42AB-8BE7-2208C66CB056}" srcOrd="0" destOrd="0" presId="urn:microsoft.com/office/officeart/2005/8/layout/venn2"/>
    <dgm:cxn modelId="{200062DC-235C-47E6-B8F5-BC78C4BA101D}" type="presParOf" srcId="{4F1B6D5A-1010-44F1-846D-D4B749CB642F}" destId="{E01E367B-1D33-47A7-A6BD-164BF9E0E1F7}" srcOrd="1" destOrd="0" presId="urn:microsoft.com/office/officeart/2005/8/layout/venn2"/>
    <dgm:cxn modelId="{4D6F0638-B495-4BCA-9050-F0F5D75551C1}" type="presParOf" srcId="{80D68A80-F430-4B0E-B5D5-6179FC03ADFD}" destId="{9E385F5B-005D-4073-8A93-2BAA1B1F34C1}" srcOrd="1" destOrd="0" presId="urn:microsoft.com/office/officeart/2005/8/layout/venn2"/>
    <dgm:cxn modelId="{A32DC091-76E1-43A0-90FC-BFB4CDF8BD26}" type="presParOf" srcId="{9E385F5B-005D-4073-8A93-2BAA1B1F34C1}" destId="{765B60BE-FEEA-4C18-BC06-FBEC48FFCE0E}" srcOrd="0" destOrd="0" presId="urn:microsoft.com/office/officeart/2005/8/layout/venn2"/>
    <dgm:cxn modelId="{20E03221-FA65-45A8-B6DA-39A1E151C520}" type="presParOf" srcId="{9E385F5B-005D-4073-8A93-2BAA1B1F34C1}" destId="{3C5537BA-820B-4E15-A068-A7E60BC4DADC}" srcOrd="1" destOrd="0" presId="urn:microsoft.com/office/officeart/2005/8/layout/venn2"/>
    <dgm:cxn modelId="{EF80B292-1222-4D69-9A28-4976ABC7BA7A}" type="presParOf" srcId="{80D68A80-F430-4B0E-B5D5-6179FC03ADFD}" destId="{0C20C76D-ACF2-480E-96AE-2F8272A69DE2}" srcOrd="2" destOrd="0" presId="urn:microsoft.com/office/officeart/2005/8/layout/venn2"/>
    <dgm:cxn modelId="{FE9FA521-D05C-4C38-AF32-7DB5D4452EB2}" type="presParOf" srcId="{0C20C76D-ACF2-480E-96AE-2F8272A69DE2}" destId="{30A9B13B-C911-4F99-8AC8-86A89127A4D3}" srcOrd="0" destOrd="0" presId="urn:microsoft.com/office/officeart/2005/8/layout/venn2"/>
    <dgm:cxn modelId="{5853F8F9-B777-4F33-B86B-60ABC2F99B70}" type="presParOf" srcId="{0C20C76D-ACF2-480E-96AE-2F8272A69DE2}" destId="{9689323E-411B-4802-BA11-735EB751FAE0}" srcOrd="1" destOrd="0" presId="urn:microsoft.com/office/officeart/2005/8/layout/venn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01FBBD2D-D1BF-4723-AC1F-C4C7F6273889}" type="doc">
      <dgm:prSet loTypeId="urn:microsoft.com/office/officeart/2005/8/layout/vProcess5" loCatId="process" qsTypeId="urn:microsoft.com/office/officeart/2005/8/quickstyle/simple4#21" qsCatId="simple" csTypeId="urn:microsoft.com/office/officeart/2005/8/colors/accent2_2#41" csCatId="accent2" phldr="1"/>
      <dgm:spPr/>
      <dgm:t>
        <a:bodyPr/>
        <a:lstStyle/>
        <a:p>
          <a:endParaRPr lang="en-US"/>
        </a:p>
      </dgm:t>
    </dgm:pt>
    <dgm:pt modelId="{D405C113-1D59-4EBA-8174-86776BDF7008}">
      <dgm:prSet custT="1"/>
      <dgm:spPr/>
      <dgm:t>
        <a:bodyPr/>
        <a:lstStyle/>
        <a:p>
          <a:r>
            <a:rPr lang="hu-HU" sz="2400" dirty="0"/>
            <a:t>Risks:</a:t>
          </a:r>
          <a:endParaRPr lang="en-US" sz="2400" dirty="0"/>
        </a:p>
      </dgm:t>
    </dgm:pt>
    <dgm:pt modelId="{3CD6AB26-4142-41BC-B26C-275F1F1BCD2C}" type="parTrans" cxnId="{DA13B633-F302-446F-9CD8-4FD019E56CDF}">
      <dgm:prSet/>
      <dgm:spPr/>
      <dgm:t>
        <a:bodyPr/>
        <a:lstStyle/>
        <a:p>
          <a:endParaRPr lang="en-US"/>
        </a:p>
      </dgm:t>
    </dgm:pt>
    <dgm:pt modelId="{1775858F-79A1-42AE-BAEB-44132C6FE748}" type="sibTrans" cxnId="{DA13B633-F302-446F-9CD8-4FD019E56CDF}">
      <dgm:prSet/>
      <dgm:spPr/>
      <dgm:t>
        <a:bodyPr/>
        <a:lstStyle/>
        <a:p>
          <a:endParaRPr lang="en-US"/>
        </a:p>
      </dgm:t>
    </dgm:pt>
    <dgm:pt modelId="{860C919A-31BC-49F7-90C5-C0D2BF0B793D}">
      <dgm:prSet custT="1"/>
      <dgm:spPr/>
      <dgm:t>
        <a:bodyPr/>
        <a:lstStyle/>
        <a:p>
          <a:r>
            <a:rPr lang="hu-HU" sz="1800" dirty="0"/>
            <a:t>HW order may not arrive in time for the installation activities</a:t>
          </a:r>
          <a:br>
            <a:rPr lang="hu-HU" sz="1800" dirty="0"/>
          </a:br>
          <a:endParaRPr lang="en-US" sz="1800" dirty="0"/>
        </a:p>
      </dgm:t>
    </dgm:pt>
    <dgm:pt modelId="{DE36D40D-E88E-415A-9FAD-9537F5F7E24B}" type="parTrans" cxnId="{B5CA1EB9-1421-4482-B373-FE38000884D7}">
      <dgm:prSet/>
      <dgm:spPr/>
      <dgm:t>
        <a:bodyPr/>
        <a:lstStyle/>
        <a:p>
          <a:endParaRPr lang="en-US"/>
        </a:p>
      </dgm:t>
    </dgm:pt>
    <dgm:pt modelId="{B67C729C-27D2-43B9-8CBA-4DF9620FE996}" type="sibTrans" cxnId="{B5CA1EB9-1421-4482-B373-FE38000884D7}">
      <dgm:prSet/>
      <dgm:spPr/>
      <dgm:t>
        <a:bodyPr/>
        <a:lstStyle/>
        <a:p>
          <a:endParaRPr lang="en-US"/>
        </a:p>
      </dgm:t>
    </dgm:pt>
    <dgm:pt modelId="{E014892E-A90D-4E15-82FA-BC2578E1EABA}">
      <dgm:prSet custT="1"/>
      <dgm:spPr/>
      <dgm:t>
        <a:bodyPr/>
        <a:lstStyle/>
        <a:p>
          <a:r>
            <a:rPr lang="hu-HU" sz="1800" dirty="0"/>
            <a:t>Budget overrun due to 2-year delay between the BID calculation and the Signed Contract.</a:t>
          </a:r>
          <a:br>
            <a:rPr lang="hu-HU" sz="1800" dirty="0"/>
          </a:br>
          <a:endParaRPr lang="en-US" sz="1800" dirty="0"/>
        </a:p>
      </dgm:t>
    </dgm:pt>
    <dgm:pt modelId="{7EB207A3-92F8-410C-BCF3-987530903A85}" type="parTrans" cxnId="{0D18186D-85D2-40E5-8900-82FCEA328BF3}">
      <dgm:prSet/>
      <dgm:spPr/>
      <dgm:t>
        <a:bodyPr/>
        <a:lstStyle/>
        <a:p>
          <a:endParaRPr lang="en-US"/>
        </a:p>
      </dgm:t>
    </dgm:pt>
    <dgm:pt modelId="{5E875D08-1054-4486-A6BC-D2FC895F9D1A}" type="sibTrans" cxnId="{0D18186D-85D2-40E5-8900-82FCEA328BF3}">
      <dgm:prSet/>
      <dgm:spPr/>
      <dgm:t>
        <a:bodyPr/>
        <a:lstStyle/>
        <a:p>
          <a:endParaRPr lang="en-US"/>
        </a:p>
      </dgm:t>
    </dgm:pt>
    <dgm:pt modelId="{2F7637BE-46FA-48A3-9B1D-AF47C26B9F06}">
      <dgm:prSet custT="1"/>
      <dgm:spPr/>
      <dgm:t>
        <a:bodyPr/>
        <a:lstStyle/>
        <a:p>
          <a:r>
            <a:rPr lang="hu-HU" sz="1800" dirty="0"/>
            <a:t>Required times for ETCS processes cannot be fitted into the Main Contractor’s schedule.</a:t>
          </a:r>
          <a:endParaRPr lang="en-US" sz="1800" dirty="0"/>
        </a:p>
      </dgm:t>
    </dgm:pt>
    <dgm:pt modelId="{9DF208A5-4270-45B5-87C8-78E3AF6D4CFB}" type="parTrans" cxnId="{646D7AA5-9F3F-4E4F-9A42-9DB1B846EC49}">
      <dgm:prSet/>
      <dgm:spPr/>
      <dgm:t>
        <a:bodyPr/>
        <a:lstStyle/>
        <a:p>
          <a:endParaRPr lang="en-US"/>
        </a:p>
      </dgm:t>
    </dgm:pt>
    <dgm:pt modelId="{6F6242A0-1819-4795-92C1-795E1E758EC7}" type="sibTrans" cxnId="{646D7AA5-9F3F-4E4F-9A42-9DB1B846EC49}">
      <dgm:prSet/>
      <dgm:spPr/>
      <dgm:t>
        <a:bodyPr/>
        <a:lstStyle/>
        <a:p>
          <a:endParaRPr lang="en-US"/>
        </a:p>
      </dgm:t>
    </dgm:pt>
    <dgm:pt modelId="{8E4D69FD-2767-4D3D-A8C0-B488B1D22D51}" type="pres">
      <dgm:prSet presAssocID="{01FBBD2D-D1BF-4723-AC1F-C4C7F6273889}" presName="outerComposite" presStyleCnt="0">
        <dgm:presLayoutVars>
          <dgm:chMax val="5"/>
          <dgm:dir/>
          <dgm:resizeHandles val="exact"/>
        </dgm:presLayoutVars>
      </dgm:prSet>
      <dgm:spPr/>
    </dgm:pt>
    <dgm:pt modelId="{4DE90C58-9C9D-491F-8070-FB746DF11E42}" type="pres">
      <dgm:prSet presAssocID="{01FBBD2D-D1BF-4723-AC1F-C4C7F6273889}" presName="dummyMaxCanvas" presStyleCnt="0">
        <dgm:presLayoutVars/>
      </dgm:prSet>
      <dgm:spPr/>
    </dgm:pt>
    <dgm:pt modelId="{981BD5E0-D5B0-4003-B84D-38455F92627F}" type="pres">
      <dgm:prSet presAssocID="{01FBBD2D-D1BF-4723-AC1F-C4C7F6273889}" presName="OneNode_1" presStyleLbl="node1" presStyleIdx="0" presStyleCnt="1">
        <dgm:presLayoutVars>
          <dgm:bulletEnabled val="1"/>
        </dgm:presLayoutVars>
      </dgm:prSet>
      <dgm:spPr/>
    </dgm:pt>
  </dgm:ptLst>
  <dgm:cxnLst>
    <dgm:cxn modelId="{0A0BB621-6A46-4453-99EF-16451804BE47}" type="presOf" srcId="{860C919A-31BC-49F7-90C5-C0D2BF0B793D}" destId="{981BD5E0-D5B0-4003-B84D-38455F92627F}" srcOrd="0" destOrd="1" presId="urn:microsoft.com/office/officeart/2005/8/layout/vProcess5"/>
    <dgm:cxn modelId="{DA13B633-F302-446F-9CD8-4FD019E56CDF}" srcId="{01FBBD2D-D1BF-4723-AC1F-C4C7F6273889}" destId="{D405C113-1D59-4EBA-8174-86776BDF7008}" srcOrd="0" destOrd="0" parTransId="{3CD6AB26-4142-41BC-B26C-275F1F1BCD2C}" sibTransId="{1775858F-79A1-42AE-BAEB-44132C6FE748}"/>
    <dgm:cxn modelId="{A4B7D93A-16F2-449C-B193-BB56E9BF150E}" type="presOf" srcId="{01FBBD2D-D1BF-4723-AC1F-C4C7F6273889}" destId="{8E4D69FD-2767-4D3D-A8C0-B488B1D22D51}" srcOrd="0" destOrd="0" presId="urn:microsoft.com/office/officeart/2005/8/layout/vProcess5"/>
    <dgm:cxn modelId="{0D18186D-85D2-40E5-8900-82FCEA328BF3}" srcId="{D405C113-1D59-4EBA-8174-86776BDF7008}" destId="{E014892E-A90D-4E15-82FA-BC2578E1EABA}" srcOrd="1" destOrd="0" parTransId="{7EB207A3-92F8-410C-BCF3-987530903A85}" sibTransId="{5E875D08-1054-4486-A6BC-D2FC895F9D1A}"/>
    <dgm:cxn modelId="{98C9F451-381D-4685-9D3D-AF178E9722B7}" type="presOf" srcId="{D405C113-1D59-4EBA-8174-86776BDF7008}" destId="{981BD5E0-D5B0-4003-B84D-38455F92627F}" srcOrd="0" destOrd="0" presId="urn:microsoft.com/office/officeart/2005/8/layout/vProcess5"/>
    <dgm:cxn modelId="{646D7AA5-9F3F-4E4F-9A42-9DB1B846EC49}" srcId="{D405C113-1D59-4EBA-8174-86776BDF7008}" destId="{2F7637BE-46FA-48A3-9B1D-AF47C26B9F06}" srcOrd="2" destOrd="0" parTransId="{9DF208A5-4270-45B5-87C8-78E3AF6D4CFB}" sibTransId="{6F6242A0-1819-4795-92C1-795E1E758EC7}"/>
    <dgm:cxn modelId="{B5CA1EB9-1421-4482-B373-FE38000884D7}" srcId="{D405C113-1D59-4EBA-8174-86776BDF7008}" destId="{860C919A-31BC-49F7-90C5-C0D2BF0B793D}" srcOrd="0" destOrd="0" parTransId="{DE36D40D-E88E-415A-9FAD-9537F5F7E24B}" sibTransId="{B67C729C-27D2-43B9-8CBA-4DF9620FE996}"/>
    <dgm:cxn modelId="{BA950BEF-DA40-460F-8960-574CD977DFE0}" type="presOf" srcId="{E014892E-A90D-4E15-82FA-BC2578E1EABA}" destId="{981BD5E0-D5B0-4003-B84D-38455F92627F}" srcOrd="0" destOrd="2" presId="urn:microsoft.com/office/officeart/2005/8/layout/vProcess5"/>
    <dgm:cxn modelId="{0250BAFA-13C0-42A3-96DA-377D2D5ADDEF}" type="presOf" srcId="{2F7637BE-46FA-48A3-9B1D-AF47C26B9F06}" destId="{981BD5E0-D5B0-4003-B84D-38455F92627F}" srcOrd="0" destOrd="3" presId="urn:microsoft.com/office/officeart/2005/8/layout/vProcess5"/>
    <dgm:cxn modelId="{FFDC272F-A440-4E68-B2ED-C52618B95D22}" type="presParOf" srcId="{8E4D69FD-2767-4D3D-A8C0-B488B1D22D51}" destId="{4DE90C58-9C9D-491F-8070-FB746DF11E42}" srcOrd="0" destOrd="0" presId="urn:microsoft.com/office/officeart/2005/8/layout/vProcess5"/>
    <dgm:cxn modelId="{35557EE7-8658-4AF7-9BC8-2E1A7B83756C}" type="presParOf" srcId="{8E4D69FD-2767-4D3D-A8C0-B488B1D22D51}" destId="{981BD5E0-D5B0-4003-B84D-38455F92627F}" srcOrd="1" destOrd="0" presId="urn:microsoft.com/office/officeart/2005/8/layout/vProcess5"/>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B1EF2D3-C713-4C48-9184-8B9B85A8C3D6}">
      <dsp:nvSpPr>
        <dsp:cNvPr id="0" name=""/>
        <dsp:cNvSpPr/>
      </dsp:nvSpPr>
      <dsp:spPr>
        <a:xfrm>
          <a:off x="2774384" y="2839492"/>
          <a:ext cx="91440" cy="180675"/>
        </a:xfrm>
        <a:custGeom>
          <a:avLst/>
          <a:gdLst/>
          <a:ahLst/>
          <a:cxnLst/>
          <a:rect l="0" t="0" r="0" b="0"/>
          <a:pathLst>
            <a:path>
              <a:moveTo>
                <a:pt x="45720" y="0"/>
              </a:moveTo>
              <a:lnTo>
                <a:pt x="45720" y="18067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722E517E-91E1-4EE6-8588-8895C75B3927}">
      <dsp:nvSpPr>
        <dsp:cNvPr id="0" name=""/>
        <dsp:cNvSpPr/>
      </dsp:nvSpPr>
      <dsp:spPr>
        <a:xfrm>
          <a:off x="2774384" y="2171228"/>
          <a:ext cx="91440" cy="180675"/>
        </a:xfrm>
        <a:custGeom>
          <a:avLst/>
          <a:gdLst/>
          <a:ahLst/>
          <a:cxnLst/>
          <a:rect l="0" t="0" r="0" b="0"/>
          <a:pathLst>
            <a:path>
              <a:moveTo>
                <a:pt x="45720" y="0"/>
              </a:moveTo>
              <a:lnTo>
                <a:pt x="45720" y="180675"/>
              </a:lnTo>
            </a:path>
          </a:pathLst>
        </a:custGeom>
        <a:noFill/>
        <a:ln w="12700" cap="flat" cmpd="sng" algn="ctr">
          <a:solidFill>
            <a:schemeClr val="accent1">
              <a:shade val="8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D3EA7569-F79C-4F9A-816A-5F80165AC4E9}">
      <dsp:nvSpPr>
        <dsp:cNvPr id="0" name=""/>
        <dsp:cNvSpPr/>
      </dsp:nvSpPr>
      <dsp:spPr>
        <a:xfrm>
          <a:off x="2107837" y="779617"/>
          <a:ext cx="712266" cy="904023"/>
        </a:xfrm>
        <a:custGeom>
          <a:avLst/>
          <a:gdLst/>
          <a:ahLst/>
          <a:cxnLst/>
          <a:rect l="0" t="0" r="0" b="0"/>
          <a:pathLst>
            <a:path>
              <a:moveTo>
                <a:pt x="0" y="0"/>
              </a:moveTo>
              <a:lnTo>
                <a:pt x="0" y="813686"/>
              </a:lnTo>
              <a:lnTo>
                <a:pt x="712266" y="813686"/>
              </a:lnTo>
              <a:lnTo>
                <a:pt x="712266" y="9040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1BE690B0-9E47-421D-B52E-6BDA10673017}">
      <dsp:nvSpPr>
        <dsp:cNvPr id="0" name=""/>
        <dsp:cNvSpPr/>
      </dsp:nvSpPr>
      <dsp:spPr>
        <a:xfrm>
          <a:off x="1518052" y="779617"/>
          <a:ext cx="589785" cy="904023"/>
        </a:xfrm>
        <a:custGeom>
          <a:avLst/>
          <a:gdLst/>
          <a:ahLst/>
          <a:cxnLst/>
          <a:rect l="0" t="0" r="0" b="0"/>
          <a:pathLst>
            <a:path>
              <a:moveTo>
                <a:pt x="589785" y="0"/>
              </a:moveTo>
              <a:lnTo>
                <a:pt x="589785" y="813686"/>
              </a:lnTo>
              <a:lnTo>
                <a:pt x="0" y="813686"/>
              </a:lnTo>
              <a:lnTo>
                <a:pt x="0" y="904023"/>
              </a:lnTo>
            </a:path>
          </a:pathLst>
        </a:custGeom>
        <a:noFill/>
        <a:ln w="12700" cap="flat" cmpd="sng" algn="ctr">
          <a:solidFill>
            <a:schemeClr val="accent1">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sp>
    <dsp:sp modelId="{86E548A0-7FD8-40B1-8A0C-34F72966322B}">
      <dsp:nvSpPr>
        <dsp:cNvPr id="0" name=""/>
        <dsp:cNvSpPr/>
      </dsp:nvSpPr>
      <dsp:spPr>
        <a:xfrm>
          <a:off x="1547149" y="292029"/>
          <a:ext cx="1121376" cy="4875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hu-HU" sz="1000" kern="1200" dirty="0"/>
            <a:t>GYSEV</a:t>
          </a:r>
        </a:p>
      </dsp:txBody>
      <dsp:txXfrm>
        <a:off x="1547149" y="292029"/>
        <a:ext cx="1121376" cy="487587"/>
      </dsp:txXfrm>
    </dsp:sp>
    <dsp:sp modelId="{E2A131A0-BED4-4BF0-8D79-24E584E0C3C0}">
      <dsp:nvSpPr>
        <dsp:cNvPr id="0" name=""/>
        <dsp:cNvSpPr/>
      </dsp:nvSpPr>
      <dsp:spPr>
        <a:xfrm>
          <a:off x="957363" y="1683641"/>
          <a:ext cx="1121376" cy="4875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hu-HU" sz="1000" kern="1200" dirty="0"/>
            <a:t>Swietelsky Vasúttechnika</a:t>
          </a:r>
        </a:p>
        <a:p>
          <a:pPr marL="0" lvl="0" indent="0" algn="ctr" defTabSz="444500">
            <a:lnSpc>
              <a:spcPct val="90000"/>
            </a:lnSpc>
            <a:spcBef>
              <a:spcPct val="0"/>
            </a:spcBef>
            <a:spcAft>
              <a:spcPct val="35000"/>
            </a:spcAft>
            <a:buNone/>
          </a:pPr>
          <a:r>
            <a:rPr lang="hu-HU" sz="1000" kern="1200" dirty="0"/>
            <a:t>(Cons. leader)</a:t>
          </a:r>
        </a:p>
      </dsp:txBody>
      <dsp:txXfrm>
        <a:off x="957363" y="1683641"/>
        <a:ext cx="1121376" cy="487587"/>
      </dsp:txXfrm>
    </dsp:sp>
    <dsp:sp modelId="{0E0C1E87-ECCC-47FE-89E9-44F54DC57B31}">
      <dsp:nvSpPr>
        <dsp:cNvPr id="0" name=""/>
        <dsp:cNvSpPr/>
      </dsp:nvSpPr>
      <dsp:spPr>
        <a:xfrm>
          <a:off x="2259416" y="1683641"/>
          <a:ext cx="1121376" cy="4875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hu-HU" sz="1000" kern="1200" dirty="0"/>
            <a:t>V-Híd Network</a:t>
          </a:r>
          <a:br>
            <a:rPr lang="hu-HU" sz="1000" kern="1200" dirty="0"/>
          </a:br>
          <a:br>
            <a:rPr lang="hu-HU" sz="1000" kern="1200" dirty="0"/>
          </a:br>
          <a:r>
            <a:rPr lang="hu-HU" sz="1000" kern="1200" dirty="0"/>
            <a:t>(Cons. member)</a:t>
          </a:r>
        </a:p>
      </dsp:txBody>
      <dsp:txXfrm>
        <a:off x="2259416" y="1683641"/>
        <a:ext cx="1121376" cy="487587"/>
      </dsp:txXfrm>
    </dsp:sp>
    <dsp:sp modelId="{7F37AE5B-F4E4-4C28-AE93-F95FE48B4757}">
      <dsp:nvSpPr>
        <dsp:cNvPr id="0" name=""/>
        <dsp:cNvSpPr/>
      </dsp:nvSpPr>
      <dsp:spPr>
        <a:xfrm>
          <a:off x="2259416" y="2351904"/>
          <a:ext cx="1121376" cy="4875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hu-HU" sz="1000" kern="1200" dirty="0"/>
            <a:t>Hitachi Rail Hungary</a:t>
          </a:r>
        </a:p>
      </dsp:txBody>
      <dsp:txXfrm>
        <a:off x="2259416" y="2351904"/>
        <a:ext cx="1121376" cy="487587"/>
      </dsp:txXfrm>
    </dsp:sp>
    <dsp:sp modelId="{B05D0510-E7C3-47C0-942E-1F80624A442F}">
      <dsp:nvSpPr>
        <dsp:cNvPr id="0" name=""/>
        <dsp:cNvSpPr/>
      </dsp:nvSpPr>
      <dsp:spPr>
        <a:xfrm>
          <a:off x="2259416" y="3020168"/>
          <a:ext cx="1121376" cy="4875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hu-HU" sz="1000" kern="1200" dirty="0"/>
            <a:t>Hitachi Rail </a:t>
          </a:r>
          <a:br>
            <a:rPr lang="hu-HU" sz="1000" kern="1200" dirty="0"/>
          </a:br>
          <a:r>
            <a:rPr lang="hu-HU" sz="1000" kern="1200" dirty="0"/>
            <a:t>Austria</a:t>
          </a:r>
        </a:p>
      </dsp:txBody>
      <dsp:txXfrm>
        <a:off x="2259416" y="3020168"/>
        <a:ext cx="1121376" cy="487587"/>
      </dsp:txXfrm>
    </dsp:sp>
    <dsp:sp modelId="{F179D811-CC5D-44B3-A5A2-860E5A9427CD}">
      <dsp:nvSpPr>
        <dsp:cNvPr id="0" name=""/>
        <dsp:cNvSpPr/>
      </dsp:nvSpPr>
      <dsp:spPr>
        <a:xfrm>
          <a:off x="863197" y="1296693"/>
          <a:ext cx="2923763" cy="1009813"/>
        </a:xfrm>
        <a:prstGeom prst="rect">
          <a:avLst/>
        </a:prstGeom>
        <a:noFill/>
        <a:ln w="12700" cap="rnd" cmpd="sng" algn="ctr">
          <a:solidFill>
            <a:schemeClr val="accent1"/>
          </a:solidFill>
          <a:prstDash val="dash"/>
          <a:round/>
        </a:ln>
        <a:effectLst/>
      </dsp:spPr>
      <dsp:style>
        <a:lnRef idx="2">
          <a:scrgbClr r="0" g="0" b="0"/>
        </a:lnRef>
        <a:fillRef idx="1">
          <a:scrgbClr r="0" g="0" b="0"/>
        </a:fillRef>
        <a:effectRef idx="0">
          <a:scrgbClr r="0" g="0" b="0"/>
        </a:effectRef>
        <a:fontRef idx="minor">
          <a:schemeClr val="lt1"/>
        </a:fontRef>
      </dsp:style>
      <dsp:txBody>
        <a:bodyPr spcFirstLastPara="0" vert="vert270" wrap="square" lIns="6350" tIns="108000" rIns="6350" bIns="6350" numCol="1" spcCol="1270" anchor="b" anchorCtr="0">
          <a:noAutofit/>
        </a:bodyPr>
        <a:lstStyle/>
        <a:p>
          <a:pPr marL="0" lvl="0" indent="0" algn="ctr" defTabSz="444500">
            <a:lnSpc>
              <a:spcPct val="90000"/>
            </a:lnSpc>
            <a:spcBef>
              <a:spcPct val="0"/>
            </a:spcBef>
            <a:spcAft>
              <a:spcPct val="35000"/>
            </a:spcAft>
            <a:buNone/>
          </a:pPr>
          <a:r>
            <a:rPr lang="hu-HU" sz="1000" kern="1200" dirty="0">
              <a:solidFill>
                <a:schemeClr val="accent1"/>
              </a:solidFill>
            </a:rPr>
            <a:t>V-S Zala Consortium</a:t>
          </a:r>
        </a:p>
      </dsp:txBody>
      <dsp:txXfrm>
        <a:off x="863197" y="1296693"/>
        <a:ext cx="2923763" cy="1009813"/>
      </dsp:txXfrm>
    </dsp:sp>
    <dsp:sp modelId="{A83705DD-253D-4AD1-B5F5-1DBB0E921924}">
      <dsp:nvSpPr>
        <dsp:cNvPr id="0" name=""/>
        <dsp:cNvSpPr/>
      </dsp:nvSpPr>
      <dsp:spPr>
        <a:xfrm>
          <a:off x="2978368" y="4389023"/>
          <a:ext cx="1121376" cy="4875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hu-HU" sz="1000" kern="1200" dirty="0"/>
            <a:t>FŐBER</a:t>
          </a:r>
        </a:p>
      </dsp:txBody>
      <dsp:txXfrm>
        <a:off x="2978368" y="4389023"/>
        <a:ext cx="1121376" cy="487587"/>
      </dsp:txXfrm>
    </dsp:sp>
    <dsp:sp modelId="{1FADD490-8DD1-4022-B2DF-AC8FA9E1CD00}">
      <dsp:nvSpPr>
        <dsp:cNvPr id="0" name=""/>
        <dsp:cNvSpPr/>
      </dsp:nvSpPr>
      <dsp:spPr>
        <a:xfrm>
          <a:off x="1465260" y="4389023"/>
          <a:ext cx="1121376" cy="4875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hu-HU" sz="1000" kern="1200" dirty="0"/>
            <a:t>GYSEV</a:t>
          </a:r>
        </a:p>
      </dsp:txBody>
      <dsp:txXfrm>
        <a:off x="1465260" y="4389023"/>
        <a:ext cx="1121376" cy="487587"/>
      </dsp:txXfrm>
    </dsp:sp>
    <dsp:sp modelId="{C549B7D7-3BAB-4C59-8097-E8EB303BDC31}">
      <dsp:nvSpPr>
        <dsp:cNvPr id="0" name=""/>
        <dsp:cNvSpPr/>
      </dsp:nvSpPr>
      <dsp:spPr>
        <a:xfrm>
          <a:off x="4492809" y="4389023"/>
          <a:ext cx="1121376" cy="487587"/>
        </a:xfrm>
        <a:prstGeom prst="rect">
          <a:avLst/>
        </a:prstGeom>
        <a:solidFill>
          <a:schemeClr val="accent1">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6350" tIns="6350" rIns="6350" bIns="6350" numCol="1" spcCol="1270" anchor="ctr" anchorCtr="0">
          <a:noAutofit/>
        </a:bodyPr>
        <a:lstStyle/>
        <a:p>
          <a:pPr marL="0" lvl="0" indent="0" algn="ctr" defTabSz="444500">
            <a:lnSpc>
              <a:spcPct val="90000"/>
            </a:lnSpc>
            <a:spcBef>
              <a:spcPct val="0"/>
            </a:spcBef>
            <a:spcAft>
              <a:spcPct val="35000"/>
            </a:spcAft>
            <a:buNone/>
          </a:pPr>
          <a:r>
            <a:rPr lang="hu-HU" sz="1000" kern="1200" dirty="0"/>
            <a:t>KÉMI (KTI)</a:t>
          </a:r>
        </a:p>
      </dsp:txBody>
      <dsp:txXfrm>
        <a:off x="4492809" y="4389023"/>
        <a:ext cx="1121376" cy="48758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6A2AB6-24A8-42AB-8BE7-2208C66CB056}">
      <dsp:nvSpPr>
        <dsp:cNvPr id="0" name=""/>
        <dsp:cNvSpPr/>
      </dsp:nvSpPr>
      <dsp:spPr>
        <a:xfrm>
          <a:off x="1061040" y="0"/>
          <a:ext cx="4405711" cy="372661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hu-HU" sz="1100" kern="1200" dirty="0"/>
            <a:t>V-S Zala Consortium</a:t>
          </a:r>
          <a:br>
            <a:rPr lang="hu-HU" sz="1050" kern="1200" dirty="0"/>
          </a:br>
          <a:br>
            <a:rPr lang="hu-HU" sz="1050" kern="1200" dirty="0"/>
          </a:br>
          <a:r>
            <a:rPr lang="hu-HU" sz="1400" b="1" kern="1200" dirty="0"/>
            <a:t>11.789.816.400 HUF</a:t>
          </a:r>
          <a:endParaRPr lang="hu-HU" sz="1050" b="1" kern="1200" dirty="0"/>
        </a:p>
      </dsp:txBody>
      <dsp:txXfrm>
        <a:off x="2493997" y="186330"/>
        <a:ext cx="1539796" cy="558991"/>
      </dsp:txXfrm>
    </dsp:sp>
    <dsp:sp modelId="{765B60BE-FEEA-4C18-BC06-FBEC48FFCE0E}">
      <dsp:nvSpPr>
        <dsp:cNvPr id="0" name=""/>
        <dsp:cNvSpPr/>
      </dsp:nvSpPr>
      <dsp:spPr>
        <a:xfrm>
          <a:off x="1866416" y="931652"/>
          <a:ext cx="2794958" cy="2794958"/>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66725">
            <a:lnSpc>
              <a:spcPct val="90000"/>
            </a:lnSpc>
            <a:spcBef>
              <a:spcPct val="0"/>
            </a:spcBef>
            <a:spcAft>
              <a:spcPct val="35000"/>
            </a:spcAft>
            <a:buNone/>
          </a:pPr>
          <a:r>
            <a:rPr lang="hu-HU" sz="1050" kern="1200" dirty="0"/>
            <a:t>Hitachi Rail Hungary</a:t>
          </a:r>
          <a:br>
            <a:rPr lang="hu-HU" sz="1050" kern="1200" dirty="0"/>
          </a:br>
          <a:br>
            <a:rPr lang="hu-HU" sz="1000" kern="1200" dirty="0"/>
          </a:br>
          <a:r>
            <a:rPr lang="hu-HU" sz="1200" b="1" kern="1200" dirty="0"/>
            <a:t>3.450.000.400 HUF</a:t>
          </a:r>
          <a:endParaRPr lang="hu-HU" sz="1000" b="1" kern="1200" dirty="0"/>
        </a:p>
      </dsp:txBody>
      <dsp:txXfrm>
        <a:off x="2612670" y="1106337"/>
        <a:ext cx="1302450" cy="524054"/>
      </dsp:txXfrm>
    </dsp:sp>
    <dsp:sp modelId="{30A9B13B-C911-4F99-8AC8-86A89127A4D3}">
      <dsp:nvSpPr>
        <dsp:cNvPr id="0" name=""/>
        <dsp:cNvSpPr/>
      </dsp:nvSpPr>
      <dsp:spPr>
        <a:xfrm>
          <a:off x="2359382" y="1941592"/>
          <a:ext cx="1809027" cy="1706731"/>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8232" tIns="78232" rIns="78232" bIns="78232" numCol="1" spcCol="1270" anchor="ctr" anchorCtr="0">
          <a:noAutofit/>
        </a:bodyPr>
        <a:lstStyle/>
        <a:p>
          <a:pPr marL="0" lvl="0" indent="0" algn="ctr" defTabSz="488950">
            <a:lnSpc>
              <a:spcPct val="90000"/>
            </a:lnSpc>
            <a:spcBef>
              <a:spcPct val="0"/>
            </a:spcBef>
            <a:spcAft>
              <a:spcPct val="35000"/>
            </a:spcAft>
            <a:buNone/>
          </a:pPr>
          <a:r>
            <a:rPr lang="hu-HU" sz="1100" kern="1200" dirty="0"/>
            <a:t>Hitachi Rail Austria</a:t>
          </a:r>
          <a:br>
            <a:rPr lang="hu-HU" sz="1100" kern="1200" dirty="0"/>
          </a:br>
          <a:endParaRPr lang="hu-HU" sz="1100" kern="1200" dirty="0"/>
        </a:p>
        <a:p>
          <a:pPr marL="0" lvl="0" indent="0" algn="ctr" defTabSz="488950">
            <a:lnSpc>
              <a:spcPct val="90000"/>
            </a:lnSpc>
            <a:spcBef>
              <a:spcPct val="0"/>
            </a:spcBef>
            <a:spcAft>
              <a:spcPct val="35000"/>
            </a:spcAft>
            <a:buNone/>
          </a:pPr>
          <a:r>
            <a:rPr lang="hu-HU" sz="1200" b="1" kern="1200" dirty="0"/>
            <a:t>1.150.256.458 HUF</a:t>
          </a:r>
        </a:p>
      </dsp:txBody>
      <dsp:txXfrm>
        <a:off x="2624308" y="2368275"/>
        <a:ext cx="1279175" cy="853365"/>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981BD5E0-D5B0-4003-B84D-38455F92627F}">
      <dsp:nvSpPr>
        <dsp:cNvPr id="0" name=""/>
        <dsp:cNvSpPr/>
      </dsp:nvSpPr>
      <dsp:spPr>
        <a:xfrm>
          <a:off x="0" y="1332735"/>
          <a:ext cx="5629124" cy="2665470"/>
        </a:xfrm>
        <a:prstGeom prst="roundRect">
          <a:avLst>
            <a:gd name="adj" fmla="val 10000"/>
          </a:avLst>
        </a:prstGeom>
        <a:gradFill rotWithShape="0">
          <a:gsLst>
            <a:gs pos="0">
              <a:schemeClr val="accent2">
                <a:hueOff val="0"/>
                <a:satOff val="0"/>
                <a:lumOff val="0"/>
                <a:alphaOff val="0"/>
                <a:satMod val="103000"/>
                <a:lumMod val="102000"/>
                <a:tint val="94000"/>
              </a:schemeClr>
            </a:gs>
            <a:gs pos="50000">
              <a:schemeClr val="accent2">
                <a:hueOff val="0"/>
                <a:satOff val="0"/>
                <a:lumOff val="0"/>
                <a:alphaOff val="0"/>
                <a:satMod val="110000"/>
                <a:lumMod val="100000"/>
                <a:shade val="100000"/>
              </a:schemeClr>
            </a:gs>
            <a:gs pos="100000">
              <a:schemeClr val="accent2">
                <a:hueOff val="0"/>
                <a:satOff val="0"/>
                <a:lumOff val="0"/>
                <a:alphaOff val="0"/>
                <a:lumMod val="99000"/>
                <a:satMod val="120000"/>
                <a:shade val="78000"/>
              </a:schemeClr>
            </a:gs>
          </a:gsLst>
          <a:lin ang="5400000" scaled="0"/>
        </a:gradFill>
        <a:ln>
          <a:noFill/>
        </a:ln>
        <a:effectLst/>
      </dsp:spPr>
      <dsp:style>
        <a:lnRef idx="0">
          <a:scrgbClr r="0" g="0" b="0"/>
        </a:lnRef>
        <a:fillRef idx="3">
          <a:scrgbClr r="0" g="0" b="0"/>
        </a:fillRef>
        <a:effectRef idx="2">
          <a:scrgbClr r="0" g="0" b="0"/>
        </a:effectRef>
        <a:fontRef idx="minor">
          <a:schemeClr val="lt1"/>
        </a:fontRef>
      </dsp:style>
      <dsp:txBody>
        <a:bodyPr spcFirstLastPara="0" vert="horz" wrap="square" lIns="91440" tIns="91440" rIns="91440" bIns="91440" numCol="1" spcCol="1270" anchor="t" anchorCtr="0">
          <a:noAutofit/>
        </a:bodyPr>
        <a:lstStyle/>
        <a:p>
          <a:pPr marL="0" lvl="0" indent="0" algn="l" defTabSz="1066800">
            <a:lnSpc>
              <a:spcPct val="90000"/>
            </a:lnSpc>
            <a:spcBef>
              <a:spcPct val="0"/>
            </a:spcBef>
            <a:spcAft>
              <a:spcPct val="35000"/>
            </a:spcAft>
            <a:buNone/>
          </a:pPr>
          <a:r>
            <a:rPr lang="hu-HU" sz="2400" kern="1200" dirty="0"/>
            <a:t>Risks:</a:t>
          </a:r>
          <a:endParaRPr lang="en-US" sz="2400" kern="1200" dirty="0"/>
        </a:p>
        <a:p>
          <a:pPr marL="171450" lvl="1" indent="-171450" algn="l" defTabSz="800100">
            <a:lnSpc>
              <a:spcPct val="90000"/>
            </a:lnSpc>
            <a:spcBef>
              <a:spcPct val="0"/>
            </a:spcBef>
            <a:spcAft>
              <a:spcPct val="15000"/>
            </a:spcAft>
            <a:buChar char="•"/>
          </a:pPr>
          <a:r>
            <a:rPr lang="hu-HU" sz="1800" kern="1200" dirty="0"/>
            <a:t>HW order may not arrive in time for the installation activities</a:t>
          </a:r>
          <a:br>
            <a:rPr lang="hu-HU" sz="1800" kern="1200" dirty="0"/>
          </a:br>
          <a:endParaRPr lang="en-US" sz="1800" kern="1200" dirty="0"/>
        </a:p>
        <a:p>
          <a:pPr marL="171450" lvl="1" indent="-171450" algn="l" defTabSz="800100">
            <a:lnSpc>
              <a:spcPct val="90000"/>
            </a:lnSpc>
            <a:spcBef>
              <a:spcPct val="0"/>
            </a:spcBef>
            <a:spcAft>
              <a:spcPct val="15000"/>
            </a:spcAft>
            <a:buChar char="•"/>
          </a:pPr>
          <a:r>
            <a:rPr lang="hu-HU" sz="1800" kern="1200" dirty="0"/>
            <a:t>Budget overrun due to 2-year delay between the BID calculation and the Signed Contract.</a:t>
          </a:r>
          <a:br>
            <a:rPr lang="hu-HU" sz="1800" kern="1200" dirty="0"/>
          </a:br>
          <a:endParaRPr lang="en-US" sz="1800" kern="1200" dirty="0"/>
        </a:p>
        <a:p>
          <a:pPr marL="171450" lvl="1" indent="-171450" algn="l" defTabSz="800100">
            <a:lnSpc>
              <a:spcPct val="90000"/>
            </a:lnSpc>
            <a:spcBef>
              <a:spcPct val="0"/>
            </a:spcBef>
            <a:spcAft>
              <a:spcPct val="15000"/>
            </a:spcAft>
            <a:buChar char="•"/>
          </a:pPr>
          <a:r>
            <a:rPr lang="hu-HU" sz="1800" kern="1200" dirty="0"/>
            <a:t>Required times for ETCS processes cannot be fitted into the Main Contractor’s schedule.</a:t>
          </a:r>
          <a:endParaRPr lang="en-US" sz="1800" kern="1200" dirty="0"/>
        </a:p>
      </dsp:txBody>
      <dsp:txXfrm>
        <a:off x="78069" y="1410804"/>
        <a:ext cx="5472986" cy="2509332"/>
      </dsp:txXfrm>
    </dsp:sp>
  </dsp:spTree>
</dsp:drawing>
</file>

<file path=ppt/diagrams/layout1.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venn2">
  <dgm:title val=""/>
  <dgm:desc val=""/>
  <dgm:catLst>
    <dgm:cat type="relationship" pri="30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chMax val="7"/>
      <dgm:resizeHandles val="exact"/>
    </dgm:varLst>
    <dgm:alg type="composite">
      <dgm:param type="ar" val="1"/>
    </dgm:alg>
    <dgm:shape xmlns:r="http://schemas.openxmlformats.org/officeDocument/2006/relationships" r:blip="">
      <dgm:adjLst/>
    </dgm:shape>
    <dgm:presOf/>
    <dgm:choose name="Name1">
      <dgm:if name="Name2" axis="ch" ptType="node" func="cnt" op="lte" val="3">
        <dgm:constrLst>
          <dgm:constr type="w" for="ch" forName="comp1" refType="w"/>
          <dgm:constr type="h" for="ch" forName="comp1" refType="w" refFor="ch" refForName="comp1"/>
          <dgm:constr type="w" for="ch" forName="comp2" refType="w" fact="0.75"/>
          <dgm:constr type="h" for="ch" forName="comp2" refType="w" refFor="ch" refForName="comp2"/>
          <dgm:constr type="ctrX" for="ch" forName="comp2" refType="ctrX" refFor="ch" refForName="comp1"/>
          <dgm:constr type="b" for="ch" forName="comp2" refType="b" refFor="ch" refForName="comp1"/>
          <dgm:constr type="w" for="ch" forName="comp3" refType="w" fact="0.5"/>
          <dgm:constr type="h" for="ch" forName="comp3" refType="w" refFor="ch" refForName="comp3"/>
          <dgm:constr type="ctrX" for="ch" forName="comp3" refType="ctrX" refFor="ch" refForName="comp1"/>
          <dgm:constr type="b" for="ch" forName="comp3" refType="b" refFor="ch" refForName="comp1"/>
          <dgm:constr type="primFontSz" for="des" ptType="node" op="equ" val="65"/>
        </dgm:constrLst>
      </dgm:if>
      <dgm:if name="Name3" axis="ch" ptType="node" func="cnt" op="equ" val="4">
        <dgm:constrLst>
          <dgm:constr type="w" for="ch" forName="comp1" refType="w"/>
          <dgm:constr type="h" for="ch" forName="comp1" refType="w" refFor="ch" refForName="comp1"/>
          <dgm:constr type="w" for="ch" forName="comp2" refType="w" fact="0.8"/>
          <dgm:constr type="h" for="ch" forName="comp2" refType="w" refFor="ch" refForName="comp2"/>
          <dgm:constr type="ctrX" for="ch" forName="comp2" refType="ctrX" refFor="ch" refForName="comp1"/>
          <dgm:constr type="b" for="ch" forName="comp2" refType="b" refFor="ch" refForName="comp1"/>
          <dgm:constr type="w" for="ch" forName="comp3" refType="w" fact="0.6"/>
          <dgm:constr type="h" for="ch" forName="comp3" refType="w" refFor="ch" refForName="comp3"/>
          <dgm:constr type="ctrX" for="ch" forName="comp3" refType="ctrX" refFor="ch" refForName="comp1"/>
          <dgm:constr type="b" for="ch" forName="comp3" refType="b" refFor="ch" refForName="comp1"/>
          <dgm:constr type="w" for="ch" forName="comp4" refType="w" fact="0.4"/>
          <dgm:constr type="h" for="ch" forName="comp4" refType="w" refFor="ch" refForName="comp4"/>
          <dgm:constr type="ctrX" for="ch" forName="comp4" refType="ctrX" refFor="ch" refForName="comp1"/>
          <dgm:constr type="b" for="ch" forName="comp4" refType="b" refFor="ch" refForName="comp1"/>
          <dgm:constr type="primFontSz" for="des" ptType="node" op="equ" val="65"/>
        </dgm:constrLst>
      </dgm:if>
      <dgm:else name="Name4">
        <dgm:constrLst>
          <dgm:constr type="w" for="ch" forName="comp1" refType="w"/>
          <dgm:constr type="h" for="ch" forName="comp1" refType="w" refFor="ch" refForName="comp1"/>
          <dgm:constr type="w" for="ch" forName="comp2" refType="w" fact="0.85"/>
          <dgm:constr type="h" for="ch" forName="comp2" refType="w" refFor="ch" refForName="comp2"/>
          <dgm:constr type="ctrX" for="ch" forName="comp2" refType="ctrX" refFor="ch" refForName="comp1"/>
          <dgm:constr type="b" for="ch" forName="comp2" refType="b" refFor="ch" refForName="comp1"/>
          <dgm:constr type="w" for="ch" forName="comp3" refType="w" fact="0.7"/>
          <dgm:constr type="h" for="ch" forName="comp3" refType="w" refFor="ch" refForName="comp3"/>
          <dgm:constr type="ctrX" for="ch" forName="comp3" refType="ctrX" refFor="ch" refForName="comp1"/>
          <dgm:constr type="b" for="ch" forName="comp3" refType="b" refFor="ch" refForName="comp1"/>
          <dgm:constr type="w" for="ch" forName="comp4" refType="w" fact="0.55"/>
          <dgm:constr type="h" for="ch" forName="comp4" refType="w" refFor="ch" refForName="comp4"/>
          <dgm:constr type="ctrX" for="ch" forName="comp4" refType="ctrX" refFor="ch" refForName="comp1"/>
          <dgm:constr type="b" for="ch" forName="comp4" refType="b" refFor="ch" refForName="comp1"/>
          <dgm:constr type="w" for="ch" forName="comp5" refType="w" fact="0.4"/>
          <dgm:constr type="h" for="ch" forName="comp5" refType="w" refFor="ch" refForName="comp5"/>
          <dgm:constr type="ctrX" for="ch" forName="comp5" refType="ctrX" refFor="ch" refForName="comp1"/>
          <dgm:constr type="b" for="ch" forName="comp5" refType="b" refFor="ch" refForName="comp1"/>
          <dgm:constr type="w" for="ch" forName="comp6" refType="w" fact="0.25"/>
          <dgm:constr type="h" for="ch" forName="comp6" refType="w" refFor="ch" refForName="comp6"/>
          <dgm:constr type="ctrX" for="ch" forName="comp6" refType="ctrX" refFor="ch" refForName="comp1"/>
          <dgm:constr type="b" for="ch" forName="comp6" refType="b" refFor="ch" refForName="comp1"/>
          <dgm:constr type="w" for="ch" forName="comp7" refType="w" fact="0.15"/>
          <dgm:constr type="h" for="ch" forName="comp7" refType="w" refFor="ch" refForName="comp7"/>
          <dgm:constr type="ctrX" for="ch" forName="comp7" refType="ctrX" refFor="ch" refForName="comp1"/>
          <dgm:constr type="b" for="ch" forName="comp7" refType="b" refFor="ch" refForName="comp1"/>
          <dgm:constr type="primFontSz" for="des" ptType="node" op="equ" val="65"/>
        </dgm:constrLst>
      </dgm:else>
    </dgm:choose>
    <dgm:ruleLst/>
    <dgm:choose name="Name5">
      <dgm:if name="Name6" axis="ch" ptType="node" func="cnt" op="gte" val="1">
        <dgm:layoutNode name="comp1">
          <dgm:alg type="composite"/>
          <dgm:shape xmlns:r="http://schemas.openxmlformats.org/officeDocument/2006/relationships" r:blip="">
            <dgm:adjLst/>
          </dgm:shape>
          <dgm:presOf/>
          <dgm:choose name="Name7">
            <dgm:if name="Name8" axis="ch" ptType="node" func="cnt" op="equ" val="1">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5"/>
                <dgm:constr type="w" for="ch" forName="c1text" refType="w" refFor="ch" refForName="circle1" fact="0.70711"/>
                <dgm:constr type="h" for="ch" forName="c1text" refType="h" refFor="ch" refForName="circle1" fact="0.5"/>
              </dgm:constrLst>
            </dgm:if>
            <dgm:if name="Name9" axis="ch" ptType="node" func="cnt" op="equ" val="2">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6"/>
                <dgm:constr type="w" for="ch" forName="c1text" refType="w" refFor="ch" refForName="circle1" fact="0.525"/>
                <dgm:constr type="h" for="ch" forName="c1text" refType="h" refFor="ch" refForName="circle1" fact="0.17"/>
              </dgm:constrLst>
            </dgm:if>
            <dgm:if name="Name10" axis="ch" ptType="node" func="cnt" op="equ" val="3">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3495"/>
                <dgm:constr type="h" for="ch" forName="c1text" refType="h" refFor="ch" refForName="circle1" fact="0.15"/>
              </dgm:constrLst>
            </dgm:if>
            <dgm:if name="Name11" axis="ch" ptType="node" func="cnt" op="equ" val="4">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25"/>
                <dgm:constr type="w" for="ch" forName="c1text" refType="w" refFor="ch" refForName="circle1" fact="0.2796"/>
                <dgm:constr type="h" for="ch" forName="c1text" refType="h" refFor="ch" refForName="circle1" fact="0.15"/>
              </dgm:constrLst>
            </dgm:if>
            <dgm:if name="Name12" axis="ch" ptType="node" func="cnt" op="gte" val="5">
              <dgm:constrLst>
                <dgm:constr type="w" for="ch" forName="circle1" refType="w"/>
                <dgm:constr type="h" for="ch" forName="circle1" refType="h"/>
                <dgm:constr type="ctrX" for="ch" forName="circle1" refType="w" fact="0.5"/>
                <dgm:constr type="ctrY" for="ch" forName="circle1" refType="h" fact="0.5"/>
                <dgm:constr type="ctrX" for="ch" forName="c1text" refType="w" fact="0.5"/>
                <dgm:constr type="ctrY" for="ch" forName="c1text" refType="h" fact="0.1"/>
                <dgm:constr type="w" for="ch" forName="c1text" refType="w" refFor="ch" refForName="circle1" fact="0.375"/>
                <dgm:constr type="h" for="ch" forName="c1text" refType="h" refFor="ch" refForName="circle1" fact="0.1"/>
              </dgm:constrLst>
            </dgm:if>
            <dgm:else name="Name13"/>
          </dgm:choose>
          <dgm:ruleLst/>
          <dgm:layoutNode name="circle1" styleLbl="node1">
            <dgm:alg type="sp"/>
            <dgm:shape xmlns:r="http://schemas.openxmlformats.org/officeDocument/2006/relationships" type="ellipse" r:blip="">
              <dgm:adjLst/>
            </dgm:shape>
            <dgm:presOf axis="ch desOrSelf" ptType="node node" st="1 1" cnt="1 0"/>
            <dgm:constrLst>
              <dgm:constr type="h" refType="w"/>
            </dgm:constrLst>
            <dgm:ruleLst/>
          </dgm:layoutNode>
          <dgm:layoutNode name="c1text">
            <dgm:varLst>
              <dgm:bulletEnabled val="1"/>
            </dgm:varLst>
            <dgm:alg type="tx"/>
            <dgm:shape xmlns:r="http://schemas.openxmlformats.org/officeDocument/2006/relationships" type="rect" r:blip="" hideGeom="1">
              <dgm:adjLst/>
            </dgm:shape>
            <dgm:presOf axis="ch desOrSelf" ptType="node node" st="1 1" cnt="1 0"/>
            <dgm:constrLst/>
            <dgm:ruleLst>
              <dgm:rule type="primFontSz" val="5" fact="NaN" max="NaN"/>
            </dgm:ruleLst>
          </dgm:layoutNode>
        </dgm:layoutNode>
      </dgm:if>
      <dgm:else name="Name14"/>
    </dgm:choose>
    <dgm:choose name="Name15">
      <dgm:if name="Name16" axis="ch" ptType="node" func="cnt" op="gte" val="2">
        <dgm:layoutNode name="comp2">
          <dgm:alg type="composite"/>
          <dgm:shape xmlns:r="http://schemas.openxmlformats.org/officeDocument/2006/relationships" r:blip="">
            <dgm:adjLst/>
          </dgm:shape>
          <dgm:presOf/>
          <dgm:choose name="Name17">
            <dgm:if name="Name18" axis="ch" ptType="node" func="cnt" op="equ" val="2">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5"/>
                <dgm:constr type="w" for="ch" forName="c2text" refType="w" refFor="ch" refForName="circle2" fact="0.70711"/>
                <dgm:constr type="h" for="ch" forName="c2text" refType="h" refFor="ch" refForName="circle2" fact="0.5"/>
              </dgm:constrLst>
            </dgm:if>
            <dgm:if name="Name19" axis="ch" ptType="node" func="cnt" op="equ" val="3">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625"/>
                <dgm:constr type="w" for="ch" forName="c2text" refType="w" refFor="ch" refForName="circle2" fact="0.466"/>
                <dgm:constr type="h" for="ch" forName="c2text" refType="h" refFor="ch" refForName="circle2" fact="0.1875"/>
              </dgm:constrLst>
            </dgm:if>
            <dgm:if name="Name20" axis="ch" ptType="node" func="cnt" op="equ" val="4">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5"/>
                <dgm:constr type="w" for="ch" forName="c2text" refType="w" refFor="ch" refForName="circle2" fact="0.3495"/>
                <dgm:constr type="h" for="ch" forName="c2text" refType="h" refFor="ch" refForName="circle2" fact="0.18"/>
              </dgm:constrLst>
            </dgm:if>
            <dgm:if name="Name21" axis="ch" ptType="node" func="cnt" op="gte" val="5">
              <dgm:constrLst>
                <dgm:constr type="w" for="ch" forName="circle2" refType="w"/>
                <dgm:constr type="h" for="ch" forName="circle2" refType="h"/>
                <dgm:constr type="ctrX" for="ch" forName="circle2" refType="w" fact="0.5"/>
                <dgm:constr type="ctrY" for="ch" forName="circle2" refType="h" fact="0.5"/>
                <dgm:constr type="ctrX" for="ch" forName="c2text" refType="w" fact="0.5"/>
                <dgm:constr type="ctrY" for="ch" forName="c2text" refType="h" fact="0.115"/>
                <dgm:constr type="w" for="ch" forName="c2text" refType="w" refFor="ch" refForName="circle2" fact="0.43125"/>
                <dgm:constr type="h" for="ch" forName="c2text" refType="h" refFor="ch" refForName="circle2" fact="0.115"/>
              </dgm:constrLst>
            </dgm:if>
            <dgm:else name="Name22"/>
          </dgm:choose>
          <dgm:ruleLst/>
          <dgm:layoutNode name="circle2" styleLbl="node1">
            <dgm:alg type="sp"/>
            <dgm:shape xmlns:r="http://schemas.openxmlformats.org/officeDocument/2006/relationships" type="ellipse" r:blip="">
              <dgm:adjLst/>
            </dgm:shape>
            <dgm:presOf axis="ch desOrSelf" ptType="node node" st="2 1" cnt="1 0"/>
            <dgm:constrLst>
              <dgm:constr type="h" refType="w"/>
            </dgm:constrLst>
            <dgm:ruleLst/>
          </dgm:layoutNode>
          <dgm:layoutNode name="c2text">
            <dgm:varLst>
              <dgm:bulletEnabled val="1"/>
            </dgm:varLst>
            <dgm:alg type="tx"/>
            <dgm:shape xmlns:r="http://schemas.openxmlformats.org/officeDocument/2006/relationships" type="rect" r:blip="" hideGeom="1">
              <dgm:adjLst/>
            </dgm:shape>
            <dgm:presOf axis="ch desOrSelf" ptType="node node" st="2 1" cnt="1 0"/>
            <dgm:constrLst/>
            <dgm:ruleLst>
              <dgm:rule type="primFontSz" val="5" fact="NaN" max="NaN"/>
            </dgm:ruleLst>
          </dgm:layoutNode>
        </dgm:layoutNode>
      </dgm:if>
      <dgm:else name="Name23"/>
    </dgm:choose>
    <dgm:choose name="Name24">
      <dgm:if name="Name25" axis="ch" ptType="node" func="cnt" op="gte" val="3">
        <dgm:layoutNode name="comp3">
          <dgm:alg type="composite"/>
          <dgm:shape xmlns:r="http://schemas.openxmlformats.org/officeDocument/2006/relationships" r:blip="">
            <dgm:adjLst/>
          </dgm:shape>
          <dgm:presOf/>
          <dgm:choose name="Name26">
            <dgm:if name="Name27" axis="ch" ptType="node" func="cnt" op="equ" val="3">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5"/>
                <dgm:constr type="w" for="ch" forName="c3text" refType="w" refFor="ch" refForName="circle3" fact="0.70711"/>
                <dgm:constr type="h" for="ch" forName="c3text" refType="h" refFor="ch" refForName="circle3" fact="0.5"/>
              </dgm:constrLst>
            </dgm:if>
            <dgm:if name="Name28" axis="ch" ptType="node" func="cnt" op="equ" val="4">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875"/>
                <dgm:constr type="w" for="ch" forName="c3text" refType="w" refFor="ch" refForName="circle3" fact="0.466"/>
                <dgm:constr type="h" for="ch" forName="c3text" refType="h" refFor="ch" refForName="circle3" fact="0.225"/>
              </dgm:constrLst>
            </dgm:if>
            <dgm:if name="Name29" axis="ch" ptType="node" func="cnt" op="gte" val="5">
              <dgm:constrLst>
                <dgm:constr type="w" for="ch" forName="circle3" refType="w"/>
                <dgm:constr type="h" for="ch" forName="circle3" refType="h"/>
                <dgm:constr type="ctrX" for="ch" forName="circle3" refType="w" fact="0.5"/>
                <dgm:constr type="ctrY" for="ch" forName="circle3" refType="h" fact="0.5"/>
                <dgm:constr type="ctrX" for="ch" forName="c3text" refType="w" fact="0.5"/>
                <dgm:constr type="ctrY" for="ch" forName="c3text" refType="h" fact="0.138"/>
                <dgm:constr type="w" for="ch" forName="c3text" refType="w" refFor="ch" refForName="circle3" fact="0.5175"/>
                <dgm:constr type="h" for="ch" forName="c3text" refType="h" refFor="ch" refForName="circle3" fact="0.138"/>
              </dgm:constrLst>
            </dgm:if>
            <dgm:else name="Name30"/>
          </dgm:choose>
          <dgm:ruleLst/>
          <dgm:layoutNode name="circle3" styleLbl="node1">
            <dgm:alg type="sp"/>
            <dgm:shape xmlns:r="http://schemas.openxmlformats.org/officeDocument/2006/relationships" type="ellipse" r:blip="">
              <dgm:adjLst/>
            </dgm:shape>
            <dgm:presOf axis="ch desOrSelf" ptType="node node" st="3 1" cnt="1 0"/>
            <dgm:constrLst>
              <dgm:constr type="h" refType="w"/>
            </dgm:constrLst>
            <dgm:ruleLst/>
          </dgm:layoutNode>
          <dgm:layoutNode name="c3text">
            <dgm:varLst>
              <dgm:bulletEnabled val="1"/>
            </dgm:varLst>
            <dgm:alg type="tx"/>
            <dgm:shape xmlns:r="http://schemas.openxmlformats.org/officeDocument/2006/relationships" type="rect" r:blip="" hideGeom="1">
              <dgm:adjLst/>
            </dgm:shape>
            <dgm:presOf axis="ch desOrSelf" ptType="node node" st="3 1" cnt="1 0"/>
            <dgm:constrLst/>
            <dgm:ruleLst>
              <dgm:rule type="primFontSz" val="5" fact="NaN" max="NaN"/>
            </dgm:ruleLst>
          </dgm:layoutNode>
        </dgm:layoutNode>
      </dgm:if>
      <dgm:else name="Name31"/>
    </dgm:choose>
    <dgm:choose name="Name32">
      <dgm:if name="Name33" axis="ch" ptType="node" func="cnt" op="gte" val="4">
        <dgm:layoutNode name="comp4">
          <dgm:alg type="composite"/>
          <dgm:shape xmlns:r="http://schemas.openxmlformats.org/officeDocument/2006/relationships" r:blip="">
            <dgm:adjLst/>
          </dgm:shape>
          <dgm:presOf/>
          <dgm:choose name="Name34">
            <dgm:if name="Name35" axis="ch" ptType="node" func="cnt" op="equ" val="4">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5"/>
                <dgm:constr type="w" for="ch" forName="c4text" refType="w" refFor="ch" refForName="circle4" fact="0.70711"/>
                <dgm:constr type="h" for="ch" forName="c4text" refType="h" refFor="ch" refForName="circle4" fact="0.5"/>
              </dgm:constrLst>
            </dgm:if>
            <dgm:if name="Name36" axis="ch" ptType="node" func="cnt" op="gte" val="5">
              <dgm:constrLst>
                <dgm:constr type="w" for="ch" forName="circle4" refType="w"/>
                <dgm:constr type="h" for="ch" forName="circle4" refType="h"/>
                <dgm:constr type="ctrX" for="ch" forName="circle4" refType="w" fact="0.5"/>
                <dgm:constr type="ctrY" for="ch" forName="circle4" refType="h" fact="0.5"/>
                <dgm:constr type="ctrX" for="ch" forName="c4text" refType="w" fact="0.5"/>
                <dgm:constr type="ctrY" for="ch" forName="c4text" refType="h" fact="0.18"/>
                <dgm:constr type="w" for="ch" forName="c4text" refType="w" refFor="ch" refForName="circle4" fact="0.54"/>
                <dgm:constr type="h" for="ch" forName="c4text" refType="h" refFor="ch" refForName="circle4" fact="0.18"/>
              </dgm:constrLst>
            </dgm:if>
            <dgm:else name="Name37"/>
          </dgm:choose>
          <dgm:ruleLst/>
          <dgm:layoutNode name="circle4" styleLbl="node1">
            <dgm:alg type="sp"/>
            <dgm:shape xmlns:r="http://schemas.openxmlformats.org/officeDocument/2006/relationships" type="ellipse" r:blip="">
              <dgm:adjLst/>
            </dgm:shape>
            <dgm:presOf axis="ch desOrSelf" ptType="node node" st="4 1" cnt="1 0"/>
            <dgm:constrLst>
              <dgm:constr type="h" refType="w"/>
            </dgm:constrLst>
            <dgm:ruleLst/>
          </dgm:layoutNode>
          <dgm:layoutNode name="c4text">
            <dgm:varLst>
              <dgm:bulletEnabled val="1"/>
            </dgm:varLst>
            <dgm:alg type="tx"/>
            <dgm:shape xmlns:r="http://schemas.openxmlformats.org/officeDocument/2006/relationships" type="rect" r:blip="" hideGeom="1">
              <dgm:adjLst/>
            </dgm:shape>
            <dgm:presOf axis="ch desOrSelf" ptType="node node" st="4 1" cnt="1 0"/>
            <dgm:constrLst/>
            <dgm:ruleLst>
              <dgm:rule type="primFontSz" val="5" fact="NaN" max="NaN"/>
            </dgm:ruleLst>
          </dgm:layoutNode>
        </dgm:layoutNode>
      </dgm:if>
      <dgm:else name="Name38"/>
    </dgm:choose>
    <dgm:choose name="Name39">
      <dgm:if name="Name40" axis="ch" ptType="node" func="cnt" op="gte" val="5">
        <dgm:layoutNode name="comp5">
          <dgm:alg type="composite"/>
          <dgm:shape xmlns:r="http://schemas.openxmlformats.org/officeDocument/2006/relationships" r:blip="">
            <dgm:adjLst/>
          </dgm:shape>
          <dgm:presOf/>
          <dgm:choose name="Name41">
            <dgm:if name="Name42" axis="ch" ptType="node" func="cnt" op="equ" val="5">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5"/>
                <dgm:constr type="w" for="ch" forName="c5text" refType="w" refFor="ch" refForName="circle5" fact="0.70711"/>
                <dgm:constr type="h" for="ch" forName="c5text" refType="h" refFor="ch" refForName="circle5" fact="0.5"/>
              </dgm:constrLst>
            </dgm:if>
            <dgm:if name="Name43" axis="ch" ptType="node" func="cnt" op="gte" val="6">
              <dgm:constrLst>
                <dgm:constr type="w" for="ch" forName="circle5" refType="w"/>
                <dgm:constr type="h" for="ch" forName="circle5" refType="h"/>
                <dgm:constr type="ctrX" for="ch" forName="circle5" refType="w" fact="0.5"/>
                <dgm:constr type="ctrY" for="ch" forName="circle5" refType="h" fact="0.5"/>
                <dgm:constr type="ctrX" for="ch" forName="c5text" refType="w" fact="0.5"/>
                <dgm:constr type="ctrY" for="ch" forName="c5text" refType="h" fact="0.25"/>
                <dgm:constr type="w" for="ch" forName="c5text" refType="w" refFor="ch" refForName="circle5" fact="0.65"/>
                <dgm:constr type="h" for="ch" forName="c5text" refType="h" refFor="ch" refForName="circle5" fact="0.25"/>
              </dgm:constrLst>
            </dgm:if>
            <dgm:else name="Name44"/>
          </dgm:choose>
          <dgm:ruleLst/>
          <dgm:layoutNode name="circle5" styleLbl="node1">
            <dgm:alg type="sp"/>
            <dgm:shape xmlns:r="http://schemas.openxmlformats.org/officeDocument/2006/relationships" type="ellipse" r:blip="">
              <dgm:adjLst/>
            </dgm:shape>
            <dgm:presOf axis="ch desOrSelf" ptType="node node" st="5 1" cnt="1 0"/>
            <dgm:constrLst>
              <dgm:constr type="h" refType="w"/>
            </dgm:constrLst>
            <dgm:ruleLst/>
          </dgm:layoutNode>
          <dgm:layoutNode name="c5text">
            <dgm:varLst>
              <dgm:bulletEnabled val="1"/>
            </dgm:varLst>
            <dgm:alg type="tx"/>
            <dgm:shape xmlns:r="http://schemas.openxmlformats.org/officeDocument/2006/relationships" type="rect" r:blip="" hideGeom="1">
              <dgm:adjLst/>
            </dgm:shape>
            <dgm:presOf axis="ch desOrSelf" ptType="node node" st="5 1" cnt="1 0"/>
            <dgm:constrLst/>
            <dgm:ruleLst>
              <dgm:rule type="primFontSz" val="5" fact="NaN" max="NaN"/>
            </dgm:ruleLst>
          </dgm:layoutNode>
        </dgm:layoutNode>
      </dgm:if>
      <dgm:else name="Name45"/>
    </dgm:choose>
    <dgm:choose name="Name46">
      <dgm:if name="Name47" axis="ch" ptType="node" func="cnt" op="gte" val="6">
        <dgm:layoutNode name="comp6">
          <dgm:alg type="composite"/>
          <dgm:shape xmlns:r="http://schemas.openxmlformats.org/officeDocument/2006/relationships" r:blip="">
            <dgm:adjLst/>
          </dgm:shape>
          <dgm:presOf/>
          <dgm:choose name="Name48">
            <dgm:if name="Name49" axis="ch" ptType="node" func="cnt" op="equ" val="6">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5"/>
                <dgm:constr type="w" for="ch" forName="c6text" refType="w" refFor="ch" refForName="circle6" fact="0.70711"/>
                <dgm:constr type="h" for="ch" forName="c6text" refType="h" refFor="ch" refForName="circle6" fact="0.5"/>
              </dgm:constrLst>
            </dgm:if>
            <dgm:if name="Name50" axis="ch" ptType="node" func="cnt" op="gte" val="7">
              <dgm:constrLst>
                <dgm:constr type="w" for="ch" forName="circle6" refType="w"/>
                <dgm:constr type="h" for="ch" forName="circle6" refType="h"/>
                <dgm:constr type="ctrX" for="ch" forName="circle6" refType="w" fact="0.5"/>
                <dgm:constr type="ctrY" for="ch" forName="circle6" refType="h" fact="0.5"/>
                <dgm:constr type="ctrX" for="ch" forName="c6text" refType="w" fact="0.5"/>
                <dgm:constr type="ctrY" for="ch" forName="c6text" refType="h" fact="0.27"/>
                <dgm:constr type="w" for="ch" forName="c6text" refType="w" refFor="ch" refForName="circle6" fact="0.68"/>
                <dgm:constr type="h" for="ch" forName="c6text" refType="h" refFor="ch" refForName="circle6" fact="0.241"/>
              </dgm:constrLst>
            </dgm:if>
            <dgm:else name="Name51"/>
          </dgm:choose>
          <dgm:ruleLst/>
          <dgm:layoutNode name="circle6" styleLbl="node1">
            <dgm:alg type="sp"/>
            <dgm:shape xmlns:r="http://schemas.openxmlformats.org/officeDocument/2006/relationships" type="ellipse" r:blip="">
              <dgm:adjLst/>
            </dgm:shape>
            <dgm:presOf axis="ch desOrSelf" ptType="node node" st="6 1" cnt="1 0"/>
            <dgm:constrLst>
              <dgm:constr type="h" refType="w"/>
            </dgm:constrLst>
            <dgm:ruleLst/>
          </dgm:layoutNode>
          <dgm:layoutNode name="c6text">
            <dgm:varLst>
              <dgm:bulletEnabled val="1"/>
            </dgm:varLst>
            <dgm:alg type="tx"/>
            <dgm:shape xmlns:r="http://schemas.openxmlformats.org/officeDocument/2006/relationships" type="rect" r:blip="" hideGeom="1">
              <dgm:adjLst/>
            </dgm:shape>
            <dgm:presOf axis="ch desOrSelf" ptType="node node" st="6 1" cnt="1 0"/>
            <dgm:constrLst/>
            <dgm:ruleLst>
              <dgm:rule type="primFontSz" val="5" fact="NaN" max="NaN"/>
            </dgm:ruleLst>
          </dgm:layoutNode>
        </dgm:layoutNode>
      </dgm:if>
      <dgm:else name="Name52"/>
    </dgm:choose>
    <dgm:choose name="Name53">
      <dgm:if name="Name54" axis="ch" ptType="node" func="cnt" op="gte" val="7">
        <dgm:layoutNode name="comp7">
          <dgm:alg type="composite"/>
          <dgm:shape xmlns:r="http://schemas.openxmlformats.org/officeDocument/2006/relationships" r:blip="">
            <dgm:adjLst/>
          </dgm:shape>
          <dgm:presOf/>
          <dgm:constrLst>
            <dgm:constr type="w" for="ch" forName="circle7" refType="w"/>
            <dgm:constr type="h" for="ch" forName="circle7" refType="h"/>
            <dgm:constr type="ctrX" for="ch" forName="circle7" refType="w" fact="0.5"/>
            <dgm:constr type="ctrY" for="ch" forName="circle7" refType="h" fact="0.5"/>
            <dgm:constr type="ctrX" for="ch" forName="c7text" refType="w" fact="0.5"/>
            <dgm:constr type="ctrY" for="ch" forName="c7text" refType="h" fact="0.5"/>
            <dgm:constr type="w" for="ch" forName="c7text" refType="w" refFor="ch" refForName="circle7" fact="0.70711"/>
            <dgm:constr type="h" for="ch" forName="c7text" refType="h" refFor="ch" refForName="circle7" fact="0.5"/>
          </dgm:constrLst>
          <dgm:ruleLst/>
          <dgm:layoutNode name="circle7" styleLbl="node1">
            <dgm:alg type="sp"/>
            <dgm:shape xmlns:r="http://schemas.openxmlformats.org/officeDocument/2006/relationships" type="ellipse" r:blip="">
              <dgm:adjLst/>
            </dgm:shape>
            <dgm:presOf axis="ch desOrSelf" ptType="node node" st="7 1" cnt="1 0"/>
            <dgm:constrLst>
              <dgm:constr type="h" refType="w"/>
            </dgm:constrLst>
            <dgm:ruleLst/>
          </dgm:layoutNode>
          <dgm:layoutNode name="c7text">
            <dgm:varLst>
              <dgm:bulletEnabled val="1"/>
            </dgm:varLst>
            <dgm:alg type="tx"/>
            <dgm:shape xmlns:r="http://schemas.openxmlformats.org/officeDocument/2006/relationships" type="rect" r:blip="" hideGeom="1">
              <dgm:adjLst/>
            </dgm:shape>
            <dgm:presOf axis="ch desOrSelf" ptType="node node" st="7 1" cnt="1 0"/>
            <dgm:constrLst/>
            <dgm:ruleLst>
              <dgm:rule type="primFontSz" val="5" fact="NaN" max="NaN"/>
            </dgm:ruleLst>
          </dgm:layoutNode>
        </dgm:layoutNode>
      </dgm:if>
      <dgm:else name="Name55"/>
    </dgm:choose>
  </dgm:layoutNode>
</dgm:layoutDef>
</file>

<file path=ppt/diagrams/layout3.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0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1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ltNode1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NoLn">
    <dgm:scene3d>
      <a:camera prst="orthographicFront"/>
      <a:lightRig rig="threePt" dir="t"/>
    </dgm:scene3d>
    <dgm:sp3d/>
    <dgm:txPr/>
    <dgm:style>
      <a:lnRef idx="1">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Lbl name="revTxLt">
    <dgm:scene3d>
      <a:camera prst="orthographicFront"/>
      <a:lightRig rig="threePt" dir="t"/>
    </dgm:scene3d>
    <dgm:sp3d/>
    <dgm:txPr/>
    <dgm:style>
      <a:lnRef idx="0">
        <a:scrgbClr r="0" g="0" b="0"/>
      </a:lnRef>
      <a:fillRef idx="0">
        <a:scrgbClr r="0" g="0" b="0"/>
      </a:fillRef>
      <a:effectRef idx="0">
        <a:scrgbClr r="0" g="0" b="0"/>
      </a:effectRef>
      <a:fontRef idx="minor">
        <a:schemeClr val="lt1"/>
      </a:fontRef>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4#21">
  <dgm:title val=""/>
  <dgm:desc val=""/>
  <dgm:catLst>
    <dgm:cat type="simple" pri="104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l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2">
        <a:scrgbClr r="0" g="0" b="0"/>
      </a:effectRef>
      <a:fontRef idx="minor">
        <a:schemeClr val="lt1"/>
      </a:fontRef>
    </dgm:style>
  </dgm:styleLbl>
  <dgm:styleLbl name="parChTrans2D3">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2D4">
    <dgm:scene3d>
      <a:camera prst="orthographicFront"/>
      <a:lightRig rig="threePt" dir="t"/>
    </dgm:scene3d>
    <dgm:sp3d/>
    <dgm:txPr/>
    <dgm:style>
      <a:lnRef idx="1">
        <a:scrgbClr r="0" g="0" b="0"/>
      </a:lnRef>
      <a:fillRef idx="3">
        <a:scrgbClr r="0" g="0" b="0"/>
      </a:fillRef>
      <a:effectRef idx="2">
        <a:scrgbClr r="0" g="0" b="0"/>
      </a:effectRef>
      <a:fontRef idx="minor">
        <a:schemeClr val="lt1"/>
      </a:fontRef>
    </dgm:style>
  </dgm:styleLbl>
  <dgm:styleLbl name="parCh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2">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DE154E7E-B8A0-6634-C78C-43ECF53FB1B4}"/>
              </a:ext>
            </a:extLst>
          </p:cNvPr>
          <p:cNvSpPr>
            <a:spLocks noGrp="1"/>
          </p:cNvSpPr>
          <p:nvPr>
            <p:ph type="hdr" sz="quarter"/>
          </p:nvPr>
        </p:nvSpPr>
        <p:spPr>
          <a:xfrm>
            <a:off x="0" y="0"/>
            <a:ext cx="2951163" cy="498852"/>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A0D5AA64-ECCF-FA4B-F18F-8EDE9912E69C}"/>
              </a:ext>
            </a:extLst>
          </p:cNvPr>
          <p:cNvSpPr>
            <a:spLocks noGrp="1"/>
          </p:cNvSpPr>
          <p:nvPr>
            <p:ph type="dt" sz="quarter" idx="1"/>
          </p:nvPr>
        </p:nvSpPr>
        <p:spPr>
          <a:xfrm>
            <a:off x="3857636" y="0"/>
            <a:ext cx="2951163" cy="498852"/>
          </a:xfrm>
          <a:prstGeom prst="rect">
            <a:avLst/>
          </a:prstGeom>
        </p:spPr>
        <p:txBody>
          <a:bodyPr vert="horz" lIns="91440" tIns="45720" rIns="91440" bIns="45720" rtlCol="0"/>
          <a:lstStyle>
            <a:lvl1pPr algn="r">
              <a:defRPr sz="1200"/>
            </a:lvl1pPr>
          </a:lstStyle>
          <a:p>
            <a:fld id="{2F8579D4-F7FC-4D66-9F3C-4FB683BA9A11}" type="datetimeFigureOut">
              <a:rPr lang="en-GB" smtClean="0"/>
              <a:t>10/09/2026</a:t>
            </a:fld>
            <a:endParaRPr lang="en-GB"/>
          </a:p>
        </p:txBody>
      </p:sp>
      <p:sp>
        <p:nvSpPr>
          <p:cNvPr id="4" name="Footer Placeholder 3">
            <a:extLst>
              <a:ext uri="{FF2B5EF4-FFF2-40B4-BE49-F238E27FC236}">
                <a16:creationId xmlns:a16="http://schemas.microsoft.com/office/drawing/2014/main" id="{3741188D-4D61-2D2E-DF26-0ECC3A19F706}"/>
              </a:ext>
            </a:extLst>
          </p:cNvPr>
          <p:cNvSpPr>
            <a:spLocks noGrp="1"/>
          </p:cNvSpPr>
          <p:nvPr>
            <p:ph type="ftr" sz="quarter" idx="2"/>
          </p:nvPr>
        </p:nvSpPr>
        <p:spPr>
          <a:xfrm>
            <a:off x="0" y="9443662"/>
            <a:ext cx="2951163" cy="498851"/>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71A5A98C-49AE-8429-DB09-F76F32D3D8F4}"/>
              </a:ext>
            </a:extLst>
          </p:cNvPr>
          <p:cNvSpPr>
            <a:spLocks noGrp="1"/>
          </p:cNvSpPr>
          <p:nvPr>
            <p:ph type="sldNum" sz="quarter" idx="3"/>
          </p:nvPr>
        </p:nvSpPr>
        <p:spPr>
          <a:xfrm>
            <a:off x="3857636" y="9443662"/>
            <a:ext cx="2951163" cy="498851"/>
          </a:xfrm>
          <a:prstGeom prst="rect">
            <a:avLst/>
          </a:prstGeom>
        </p:spPr>
        <p:txBody>
          <a:bodyPr vert="horz" lIns="91440" tIns="45720" rIns="91440" bIns="45720" rtlCol="0" anchor="b"/>
          <a:lstStyle>
            <a:lvl1pPr algn="r">
              <a:defRPr sz="1200"/>
            </a:lvl1pPr>
          </a:lstStyle>
          <a:p>
            <a:fld id="{7684E6BF-7DFC-45D9-AB39-84447B650EBF}" type="slidenum">
              <a:rPr lang="en-GB" smtClean="0"/>
              <a:t>‹#›</a:t>
            </a:fld>
            <a:endParaRPr lang="en-GB"/>
          </a:p>
        </p:txBody>
      </p:sp>
    </p:spTree>
    <p:extLst>
      <p:ext uri="{BB962C8B-B14F-4D97-AF65-F5344CB8AC3E}">
        <p14:creationId xmlns:p14="http://schemas.microsoft.com/office/powerpoint/2010/main" val="3312229351"/>
      </p:ext>
    </p:extLst>
  </p:cSld>
  <p:clrMap bg1="lt1" tx1="dk1" bg2="lt2" tx2="dk2" accent1="accent1" accent2="accent2" accent3="accent3" accent4="accent4" accent5="accent5" accent6="accent6" hlink="hlink" folHlink="folHlink"/>
  <p:extLst>
    <p:ext uri="{56416CCD-93CA-4268-BC5B-53C4BB910035}">
      <p15:sldGuideLst xmlns:p15="http://schemas.microsoft.com/office/powerpoint/2012/main">
        <p15:guide id="1" orient="horz" pos="3132" userDrawn="1">
          <p15:clr>
            <a:srgbClr val="F26B43"/>
          </p15:clr>
        </p15:guide>
        <p15:guide id="2" pos="2145" userDrawn="1">
          <p15:clr>
            <a:srgbClr val="F26B43"/>
          </p15:clr>
        </p15:guide>
      </p15:sldGuideLst>
    </p:ext>
  </p:extLst>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51163" cy="498852"/>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57636" y="0"/>
            <a:ext cx="2951163" cy="498852"/>
          </a:xfrm>
          <a:prstGeom prst="rect">
            <a:avLst/>
          </a:prstGeom>
        </p:spPr>
        <p:txBody>
          <a:bodyPr vert="horz" lIns="91440" tIns="45720" rIns="91440" bIns="45720" rtlCol="0"/>
          <a:lstStyle>
            <a:lvl1pPr algn="r">
              <a:defRPr sz="1200"/>
            </a:lvl1pPr>
          </a:lstStyle>
          <a:p>
            <a:fld id="{CCA7C3B8-A2F1-B048-AE39-555D45575D28}" type="datetimeFigureOut">
              <a:rPr lang="en-US" smtClean="0"/>
              <a:t>9/10/2026</a:t>
            </a:fld>
            <a:endParaRPr lang="en-US"/>
          </a:p>
        </p:txBody>
      </p:sp>
      <p:sp>
        <p:nvSpPr>
          <p:cNvPr id="4" name="Slide Image Placeholder 3"/>
          <p:cNvSpPr>
            <a:spLocks noGrp="1" noRot="1" noChangeAspect="1"/>
          </p:cNvSpPr>
          <p:nvPr>
            <p:ph type="sldImg" idx="2"/>
          </p:nvPr>
        </p:nvSpPr>
        <p:spPr>
          <a:xfrm>
            <a:off x="422275" y="1243013"/>
            <a:ext cx="5965825" cy="3355975"/>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1038" y="4784835"/>
            <a:ext cx="5448300" cy="3914864"/>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endParaRPr lang="en-US"/>
          </a:p>
        </p:txBody>
      </p:sp>
      <p:sp>
        <p:nvSpPr>
          <p:cNvPr id="6" name="Footer Placeholder 5"/>
          <p:cNvSpPr>
            <a:spLocks noGrp="1"/>
          </p:cNvSpPr>
          <p:nvPr>
            <p:ph type="ftr" sz="quarter" idx="4"/>
          </p:nvPr>
        </p:nvSpPr>
        <p:spPr>
          <a:xfrm>
            <a:off x="0" y="9443662"/>
            <a:ext cx="2951163" cy="498851"/>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57636" y="9443662"/>
            <a:ext cx="2951163" cy="498851"/>
          </a:xfrm>
          <a:prstGeom prst="rect">
            <a:avLst/>
          </a:prstGeom>
        </p:spPr>
        <p:txBody>
          <a:bodyPr vert="horz" lIns="91440" tIns="45720" rIns="91440" bIns="45720" rtlCol="0" anchor="b"/>
          <a:lstStyle>
            <a:lvl1pPr algn="r">
              <a:defRPr sz="1200"/>
            </a:lvl1pPr>
          </a:lstStyle>
          <a:p>
            <a:fld id="{B717AD25-45CF-C842-8645-BCBDD8114AB1}" type="slidenum">
              <a:rPr lang="en-US" smtClean="0"/>
              <a:t>‹#›</a:t>
            </a:fld>
            <a:endParaRPr lang="en-US"/>
          </a:p>
        </p:txBody>
      </p:sp>
    </p:spTree>
    <p:extLst>
      <p:ext uri="{BB962C8B-B14F-4D97-AF65-F5344CB8AC3E}">
        <p14:creationId xmlns:p14="http://schemas.microsoft.com/office/powerpoint/2010/main" val="7303934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z="1600" b="1"/>
              <a:t>Luca</a:t>
            </a:r>
            <a:r>
              <a:rPr lang="en-GB" sz="1600" b="1" baseline="0"/>
              <a:t> to introduce himself…</a:t>
            </a:r>
          </a:p>
          <a:p>
            <a:endParaRPr lang="en-GB" sz="1600" b="1" baseline="0"/>
          </a:p>
          <a:p>
            <a:r>
              <a:rPr lang="en-GB" sz="1600" b="1" baseline="0"/>
              <a:t>***</a:t>
            </a:r>
          </a:p>
          <a:p>
            <a:endParaRPr lang="en-GB" sz="1600" b="0" baseline="0"/>
          </a:p>
          <a:p>
            <a:r>
              <a:rPr lang="en-GB" sz="1600" b="0" baseline="0"/>
              <a:t>Today we are here to tell, and more importantly, show you, how Hitachi Rail is pioneering a green transformation of Rail.  </a:t>
            </a:r>
          </a:p>
          <a:p>
            <a:endParaRPr lang="en-GB" b="0" baseline="0"/>
          </a:p>
        </p:txBody>
      </p:sp>
      <p:sp>
        <p:nvSpPr>
          <p:cNvPr id="4" name="Slide Number Placeholder 3"/>
          <p:cNvSpPr>
            <a:spLocks noGrp="1"/>
          </p:cNvSpPr>
          <p:nvPr>
            <p:ph type="sldNum" sz="quarter" idx="10"/>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B717AD25-45CF-C842-8645-BCBDD8114AB1}"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928933379"/>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8.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oleObject" Target="../embeddings/oleObject2.bin"/><Relationship Id="rId2" Type="http://schemas.openxmlformats.org/officeDocument/2006/relationships/slideMaster" Target="../slideMasters/slideMaster1.xml"/><Relationship Id="rId1" Type="http://schemas.openxmlformats.org/officeDocument/2006/relationships/tags" Target="../tags/tag3.xml"/><Relationship Id="rId5" Type="http://schemas.openxmlformats.org/officeDocument/2006/relationships/image" Target="../media/image9.png"/><Relationship Id="rId4" Type="http://schemas.openxmlformats.org/officeDocument/2006/relationships/image" Target="../media/image1.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0.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2.jpe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13.jpe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14.jpe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15.jpe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16.svg"/><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userDrawn="1">
  <p:cSld name="01 High Impact Message">
    <p:spTree>
      <p:nvGrpSpPr>
        <p:cNvPr id="1" name=""/>
        <p:cNvGrpSpPr/>
        <p:nvPr/>
      </p:nvGrpSpPr>
      <p:grpSpPr>
        <a:xfrm>
          <a:off x="0" y="0"/>
          <a:ext cx="0" cy="0"/>
          <a:chOff x="0" y="0"/>
          <a:chExt cx="0" cy="0"/>
        </a:xfrm>
      </p:grpSpPr>
      <p:pic>
        <p:nvPicPr>
          <p:cNvPr id="8" name="Picture 7" descr="A blurry image of a train track&#10;&#10;Description automatically generated">
            <a:extLst>
              <a:ext uri="{FF2B5EF4-FFF2-40B4-BE49-F238E27FC236}">
                <a16:creationId xmlns:a16="http://schemas.microsoft.com/office/drawing/2014/main" id="{C3839E57-CE30-D6FF-C275-1B323F38C30F}"/>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15" name="Text Placeholder 14">
            <a:extLst>
              <a:ext uri="{FF2B5EF4-FFF2-40B4-BE49-F238E27FC236}">
                <a16:creationId xmlns:a16="http://schemas.microsoft.com/office/drawing/2014/main" id="{52D49657-1EF9-6945-9C0C-D7221CE85DEB}"/>
              </a:ext>
            </a:extLst>
          </p:cNvPr>
          <p:cNvSpPr>
            <a:spLocks noGrp="1"/>
          </p:cNvSpPr>
          <p:nvPr>
            <p:ph type="body" sz="quarter" idx="12"/>
          </p:nvPr>
        </p:nvSpPr>
        <p:spPr>
          <a:xfrm>
            <a:off x="1742282" y="1705339"/>
            <a:ext cx="8707437" cy="3603625"/>
          </a:xfrm>
        </p:spPr>
        <p:txBody>
          <a:bodyPr anchor="ctr"/>
          <a:lstStyle>
            <a:lvl1pPr algn="ctr">
              <a:defRPr sz="4800" cap="all" baseline="0">
                <a:solidFill>
                  <a:schemeClr val="bg1"/>
                </a:solidFill>
              </a:defRPr>
            </a:lvl1pPr>
            <a:lvl2pPr algn="ctr">
              <a:defRPr sz="2800" b="1">
                <a:solidFill>
                  <a:schemeClr val="bg1"/>
                </a:solidFill>
              </a:defRPr>
            </a:lvl2pPr>
            <a:lvl3pPr marL="0" indent="0" algn="ctr">
              <a:buNone/>
              <a:defRPr sz="2800">
                <a:solidFill>
                  <a:schemeClr val="bg1"/>
                </a:solidFill>
              </a:defRPr>
            </a:lvl3pPr>
          </a:lstStyle>
          <a:p>
            <a:pPr lvl="0"/>
            <a:r>
              <a:rPr lang="en-US"/>
              <a:t>Edit Master text styles</a:t>
            </a:r>
          </a:p>
          <a:p>
            <a:pPr lvl="1"/>
            <a:r>
              <a:rPr lang="en-US"/>
              <a:t>Second level</a:t>
            </a:r>
          </a:p>
          <a:p>
            <a:pPr lvl="2"/>
            <a:r>
              <a:rPr lang="en-US"/>
              <a:t>Third level</a:t>
            </a:r>
          </a:p>
        </p:txBody>
      </p:sp>
      <p:pic>
        <p:nvPicPr>
          <p:cNvPr id="10" name="Picture 9">
            <a:extLst>
              <a:ext uri="{FF2B5EF4-FFF2-40B4-BE49-F238E27FC236}">
                <a16:creationId xmlns:a16="http://schemas.microsoft.com/office/drawing/2014/main" id="{84B8EC6B-EA46-471E-26A7-E5CC42D3F3C0}"/>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379075" y="268958"/>
            <a:ext cx="1518354" cy="432768"/>
          </a:xfrm>
          <a:prstGeom prst="rect">
            <a:avLst/>
          </a:prstGeom>
        </p:spPr>
      </p:pic>
      <p:sp>
        <p:nvSpPr>
          <p:cNvPr id="11" name="Graphic 7">
            <a:extLst>
              <a:ext uri="{FF2B5EF4-FFF2-40B4-BE49-F238E27FC236}">
                <a16:creationId xmlns:a16="http://schemas.microsoft.com/office/drawing/2014/main" id="{92076BC1-0F8C-AA50-FD33-CEFF3A7AA4ED}"/>
              </a:ext>
            </a:extLst>
          </p:cNvPr>
          <p:cNvSpPr/>
          <p:nvPr userDrawn="1"/>
        </p:nvSpPr>
        <p:spPr>
          <a:xfrm rot="10800000">
            <a:off x="10635938" y="3712704"/>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
        <p:nvSpPr>
          <p:cNvPr id="12" name="Graphic 7">
            <a:extLst>
              <a:ext uri="{FF2B5EF4-FFF2-40B4-BE49-F238E27FC236}">
                <a16:creationId xmlns:a16="http://schemas.microsoft.com/office/drawing/2014/main" id="{08357F6B-2CCD-F8AE-7BBA-27D63A408BC2}"/>
              </a:ext>
            </a:extLst>
          </p:cNvPr>
          <p:cNvSpPr/>
          <p:nvPr userDrawn="1"/>
        </p:nvSpPr>
        <p:spPr>
          <a:xfrm rot="10800000">
            <a:off x="657569" y="2474476"/>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Tree>
    <p:extLst>
      <p:ext uri="{BB962C8B-B14F-4D97-AF65-F5344CB8AC3E}">
        <p14:creationId xmlns:p14="http://schemas.microsoft.com/office/powerpoint/2010/main" val="3274993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02 High Impact Message">
    <p:bg>
      <p:bgPr>
        <a:solidFill>
          <a:schemeClr val="bg1"/>
        </a:solidFill>
        <a:effectLst/>
      </p:bgPr>
    </p:bg>
    <p:spTree>
      <p:nvGrpSpPr>
        <p:cNvPr id="1" name=""/>
        <p:cNvGrpSpPr/>
        <p:nvPr/>
      </p:nvGrpSpPr>
      <p:grpSpPr>
        <a:xfrm>
          <a:off x="0" y="0"/>
          <a:ext cx="0" cy="0"/>
          <a:chOff x="0" y="0"/>
          <a:chExt cx="0" cy="0"/>
        </a:xfrm>
      </p:grpSpPr>
      <p:pic>
        <p:nvPicPr>
          <p:cNvPr id="7" name="Picture 6" descr="A train tracks on a road at night&#10;&#10;Description automatically generated">
            <a:extLst>
              <a:ext uri="{FF2B5EF4-FFF2-40B4-BE49-F238E27FC236}">
                <a16:creationId xmlns:a16="http://schemas.microsoft.com/office/drawing/2014/main" id="{3689E862-CEE2-3AA7-474C-D10BEFEC53F2}"/>
              </a:ext>
            </a:extLst>
          </p:cNvPr>
          <p:cNvPicPr>
            <a:picLocks noChangeAspect="1"/>
          </p:cNvPicPr>
          <p:nvPr userDrawn="1"/>
        </p:nvPicPr>
        <p:blipFill>
          <a:blip r:embed="rId2"/>
          <a:stretch>
            <a:fillRect/>
          </a:stretch>
        </p:blipFill>
        <p:spPr>
          <a:xfrm>
            <a:off x="0" y="0"/>
            <a:ext cx="12192000" cy="6856780"/>
          </a:xfrm>
          <a:prstGeom prst="rect">
            <a:avLst/>
          </a:prstGeom>
        </p:spPr>
      </p:pic>
      <p:sp>
        <p:nvSpPr>
          <p:cNvPr id="3" name="Footer Placeholder 2">
            <a:extLst>
              <a:ext uri="{FF2B5EF4-FFF2-40B4-BE49-F238E27FC236}">
                <a16:creationId xmlns:a16="http://schemas.microsoft.com/office/drawing/2014/main" id="{9FC069A7-73EF-ECDD-8166-74C03CF758DC}"/>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5F9F2D29-7304-E9C6-923E-9BBF410D2C98}"/>
              </a:ext>
            </a:extLst>
          </p:cNvPr>
          <p:cNvSpPr>
            <a:spLocks noGrp="1"/>
          </p:cNvSpPr>
          <p:nvPr>
            <p:ph type="sldNum" sz="quarter" idx="11"/>
          </p:nvPr>
        </p:nvSpPr>
        <p:spPr/>
        <p:txBody>
          <a:bodyPr/>
          <a:lstStyle/>
          <a:p>
            <a:fld id="{BD5A2AE7-DD7B-40D6-95B5-BB379B136F09}" type="slidenum">
              <a:rPr lang="en-GB" smtClean="0"/>
              <a:pPr/>
              <a:t>‹#›</a:t>
            </a:fld>
            <a:endParaRPr lang="en-GB"/>
          </a:p>
        </p:txBody>
      </p:sp>
      <p:pic>
        <p:nvPicPr>
          <p:cNvPr id="9" name="Picture 8">
            <a:extLst>
              <a:ext uri="{FF2B5EF4-FFF2-40B4-BE49-F238E27FC236}">
                <a16:creationId xmlns:a16="http://schemas.microsoft.com/office/drawing/2014/main" id="{4C584E6A-6C15-16F0-A0C1-09F167A8153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379075" y="268958"/>
            <a:ext cx="1518354" cy="432768"/>
          </a:xfrm>
          <a:prstGeom prst="rect">
            <a:avLst/>
          </a:prstGeom>
        </p:spPr>
      </p:pic>
      <p:sp>
        <p:nvSpPr>
          <p:cNvPr id="10" name="Graphic 7">
            <a:extLst>
              <a:ext uri="{FF2B5EF4-FFF2-40B4-BE49-F238E27FC236}">
                <a16:creationId xmlns:a16="http://schemas.microsoft.com/office/drawing/2014/main" id="{6F6B4A34-E840-C470-44B0-3AFC6162231D}"/>
              </a:ext>
            </a:extLst>
          </p:cNvPr>
          <p:cNvSpPr/>
          <p:nvPr userDrawn="1"/>
        </p:nvSpPr>
        <p:spPr>
          <a:xfrm rot="10800000">
            <a:off x="10635938" y="3712704"/>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
        <p:nvSpPr>
          <p:cNvPr id="11" name="Graphic 7">
            <a:extLst>
              <a:ext uri="{FF2B5EF4-FFF2-40B4-BE49-F238E27FC236}">
                <a16:creationId xmlns:a16="http://schemas.microsoft.com/office/drawing/2014/main" id="{27344A21-5E8D-3DFA-5BC3-4F08C21455AA}"/>
              </a:ext>
            </a:extLst>
          </p:cNvPr>
          <p:cNvSpPr/>
          <p:nvPr userDrawn="1"/>
        </p:nvSpPr>
        <p:spPr>
          <a:xfrm rot="10800000">
            <a:off x="657569" y="2474476"/>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
        <p:nvSpPr>
          <p:cNvPr id="12" name="Text Placeholder 14">
            <a:extLst>
              <a:ext uri="{FF2B5EF4-FFF2-40B4-BE49-F238E27FC236}">
                <a16:creationId xmlns:a16="http://schemas.microsoft.com/office/drawing/2014/main" id="{214ED1BD-B127-B6FB-919F-A24AB943FDA9}"/>
              </a:ext>
            </a:extLst>
          </p:cNvPr>
          <p:cNvSpPr>
            <a:spLocks noGrp="1"/>
          </p:cNvSpPr>
          <p:nvPr>
            <p:ph type="body" sz="quarter" idx="12"/>
          </p:nvPr>
        </p:nvSpPr>
        <p:spPr>
          <a:xfrm>
            <a:off x="1742282" y="1705339"/>
            <a:ext cx="8707437" cy="3603625"/>
          </a:xfrm>
        </p:spPr>
        <p:txBody>
          <a:bodyPr anchor="ctr"/>
          <a:lstStyle>
            <a:lvl1pPr algn="ctr">
              <a:defRPr sz="4800" cap="all" baseline="0">
                <a:solidFill>
                  <a:schemeClr val="bg1"/>
                </a:solidFill>
              </a:defRPr>
            </a:lvl1pPr>
            <a:lvl2pPr algn="ctr">
              <a:defRPr sz="2800" b="1">
                <a:solidFill>
                  <a:schemeClr val="bg1"/>
                </a:solidFill>
              </a:defRPr>
            </a:lvl2pPr>
            <a:lvl3pPr marL="0" indent="0" algn="ctr">
              <a:buNone/>
              <a:defRPr sz="2800">
                <a:solidFill>
                  <a:schemeClr val="bg1"/>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411646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03 High Impact Mess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FC069A7-73EF-ECDD-8166-74C03CF758DC}"/>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5F9F2D29-7304-E9C6-923E-9BBF410D2C98}"/>
              </a:ext>
            </a:extLst>
          </p:cNvPr>
          <p:cNvSpPr>
            <a:spLocks noGrp="1"/>
          </p:cNvSpPr>
          <p:nvPr>
            <p:ph type="sldNum" sz="quarter" idx="11"/>
          </p:nvPr>
        </p:nvSpPr>
        <p:spPr/>
        <p:txBody>
          <a:bodyPr/>
          <a:lstStyle/>
          <a:p>
            <a:fld id="{BD5A2AE7-DD7B-40D6-95B5-BB379B136F09}" type="slidenum">
              <a:rPr lang="en-GB" smtClean="0"/>
              <a:pPr/>
              <a:t>‹#›</a:t>
            </a:fld>
            <a:endParaRPr lang="en-GB"/>
          </a:p>
        </p:txBody>
      </p:sp>
      <p:pic>
        <p:nvPicPr>
          <p:cNvPr id="5" name="Picture 4" descr="A train on a track&#10;&#10;Description automatically generated">
            <a:extLst>
              <a:ext uri="{FF2B5EF4-FFF2-40B4-BE49-F238E27FC236}">
                <a16:creationId xmlns:a16="http://schemas.microsoft.com/office/drawing/2014/main" id="{CF9B4FDB-BA77-BE7F-B440-F194435E6CC5}"/>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50B1BA2B-5EA5-850C-2105-2F488B2C029F}"/>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379075" y="268958"/>
            <a:ext cx="1518354" cy="432768"/>
          </a:xfrm>
          <a:prstGeom prst="rect">
            <a:avLst/>
          </a:prstGeom>
        </p:spPr>
      </p:pic>
      <p:sp>
        <p:nvSpPr>
          <p:cNvPr id="7" name="Graphic 7">
            <a:extLst>
              <a:ext uri="{FF2B5EF4-FFF2-40B4-BE49-F238E27FC236}">
                <a16:creationId xmlns:a16="http://schemas.microsoft.com/office/drawing/2014/main" id="{FE82FBF7-3A06-DC28-1A76-0EB359478030}"/>
              </a:ext>
            </a:extLst>
          </p:cNvPr>
          <p:cNvSpPr/>
          <p:nvPr userDrawn="1"/>
        </p:nvSpPr>
        <p:spPr>
          <a:xfrm rot="10800000">
            <a:off x="10635938" y="3712704"/>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
        <p:nvSpPr>
          <p:cNvPr id="9" name="Graphic 7">
            <a:extLst>
              <a:ext uri="{FF2B5EF4-FFF2-40B4-BE49-F238E27FC236}">
                <a16:creationId xmlns:a16="http://schemas.microsoft.com/office/drawing/2014/main" id="{FD8F80AB-D470-8EA7-BF44-76D3AFB3C1C2}"/>
              </a:ext>
            </a:extLst>
          </p:cNvPr>
          <p:cNvSpPr/>
          <p:nvPr userDrawn="1"/>
        </p:nvSpPr>
        <p:spPr>
          <a:xfrm rot="10800000">
            <a:off x="657569" y="2474476"/>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
        <p:nvSpPr>
          <p:cNvPr id="10" name="Text Placeholder 14">
            <a:extLst>
              <a:ext uri="{FF2B5EF4-FFF2-40B4-BE49-F238E27FC236}">
                <a16:creationId xmlns:a16="http://schemas.microsoft.com/office/drawing/2014/main" id="{722BA86C-4016-5678-5D4D-B88ECD3769DC}"/>
              </a:ext>
            </a:extLst>
          </p:cNvPr>
          <p:cNvSpPr>
            <a:spLocks noGrp="1"/>
          </p:cNvSpPr>
          <p:nvPr>
            <p:ph type="body" sz="quarter" idx="12"/>
          </p:nvPr>
        </p:nvSpPr>
        <p:spPr>
          <a:xfrm>
            <a:off x="1742282" y="1705339"/>
            <a:ext cx="8707437" cy="3603625"/>
          </a:xfrm>
        </p:spPr>
        <p:txBody>
          <a:bodyPr anchor="ctr"/>
          <a:lstStyle>
            <a:lvl1pPr algn="ctr">
              <a:defRPr sz="4800" cap="all" baseline="0">
                <a:solidFill>
                  <a:schemeClr val="bg1"/>
                </a:solidFill>
              </a:defRPr>
            </a:lvl1pPr>
            <a:lvl2pPr algn="ctr">
              <a:defRPr sz="2800" b="1">
                <a:solidFill>
                  <a:schemeClr val="bg1"/>
                </a:solidFill>
              </a:defRPr>
            </a:lvl2pPr>
            <a:lvl3pPr marL="0" indent="0" algn="ctr">
              <a:buNone/>
              <a:defRPr sz="2800">
                <a:solidFill>
                  <a:schemeClr val="bg1"/>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6235123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04 High Impact Mess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FC069A7-73EF-ECDD-8166-74C03CF758DC}"/>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5F9F2D29-7304-E9C6-923E-9BBF410D2C98}"/>
              </a:ext>
            </a:extLst>
          </p:cNvPr>
          <p:cNvSpPr>
            <a:spLocks noGrp="1"/>
          </p:cNvSpPr>
          <p:nvPr>
            <p:ph type="sldNum" sz="quarter" idx="11"/>
          </p:nvPr>
        </p:nvSpPr>
        <p:spPr/>
        <p:txBody>
          <a:bodyPr/>
          <a:lstStyle/>
          <a:p>
            <a:fld id="{BD5A2AE7-DD7B-40D6-95B5-BB379B136F09}" type="slidenum">
              <a:rPr lang="en-GB" smtClean="0"/>
              <a:pPr/>
              <a:t>‹#›</a:t>
            </a:fld>
            <a:endParaRPr lang="en-GB"/>
          </a:p>
        </p:txBody>
      </p:sp>
      <p:pic>
        <p:nvPicPr>
          <p:cNvPr id="5" name="Picture 4" descr="A train on the tracks&#10;&#10;Description automatically generated">
            <a:extLst>
              <a:ext uri="{FF2B5EF4-FFF2-40B4-BE49-F238E27FC236}">
                <a16:creationId xmlns:a16="http://schemas.microsoft.com/office/drawing/2014/main" id="{80D429BD-9947-6C45-3D95-F5F16F5EC75B}"/>
              </a:ext>
            </a:extLst>
          </p:cNvPr>
          <p:cNvPicPr>
            <a:picLocks noChangeAspect="1"/>
          </p:cNvPicPr>
          <p:nvPr userDrawn="1"/>
        </p:nvPicPr>
        <p:blipFill>
          <a:blip r:embed="rId2"/>
          <a:stretch>
            <a:fillRect/>
          </a:stretch>
        </p:blipFill>
        <p:spPr>
          <a:xfrm>
            <a:off x="0" y="0"/>
            <a:ext cx="12192000" cy="6856780"/>
          </a:xfrm>
          <a:prstGeom prst="rect">
            <a:avLst/>
          </a:prstGeom>
        </p:spPr>
      </p:pic>
      <p:pic>
        <p:nvPicPr>
          <p:cNvPr id="6" name="Picture 5">
            <a:extLst>
              <a:ext uri="{FF2B5EF4-FFF2-40B4-BE49-F238E27FC236}">
                <a16:creationId xmlns:a16="http://schemas.microsoft.com/office/drawing/2014/main" id="{E7C83478-F726-16BC-E6DC-D55B8071160E}"/>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379075" y="268958"/>
            <a:ext cx="1518354" cy="432768"/>
          </a:xfrm>
          <a:prstGeom prst="rect">
            <a:avLst/>
          </a:prstGeom>
        </p:spPr>
      </p:pic>
      <p:sp>
        <p:nvSpPr>
          <p:cNvPr id="7" name="Graphic 7">
            <a:extLst>
              <a:ext uri="{FF2B5EF4-FFF2-40B4-BE49-F238E27FC236}">
                <a16:creationId xmlns:a16="http://schemas.microsoft.com/office/drawing/2014/main" id="{84BF2F66-684E-01F8-4B0C-82B5AC718509}"/>
              </a:ext>
            </a:extLst>
          </p:cNvPr>
          <p:cNvSpPr/>
          <p:nvPr userDrawn="1"/>
        </p:nvSpPr>
        <p:spPr>
          <a:xfrm rot="10800000">
            <a:off x="10635938" y="3712704"/>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
        <p:nvSpPr>
          <p:cNvPr id="9" name="Graphic 7">
            <a:extLst>
              <a:ext uri="{FF2B5EF4-FFF2-40B4-BE49-F238E27FC236}">
                <a16:creationId xmlns:a16="http://schemas.microsoft.com/office/drawing/2014/main" id="{4D939978-2EB4-277D-0D0D-3626B1E872FA}"/>
              </a:ext>
            </a:extLst>
          </p:cNvPr>
          <p:cNvSpPr/>
          <p:nvPr userDrawn="1"/>
        </p:nvSpPr>
        <p:spPr>
          <a:xfrm rot="10800000">
            <a:off x="657569" y="2474476"/>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
        <p:nvSpPr>
          <p:cNvPr id="10" name="Text Placeholder 14">
            <a:extLst>
              <a:ext uri="{FF2B5EF4-FFF2-40B4-BE49-F238E27FC236}">
                <a16:creationId xmlns:a16="http://schemas.microsoft.com/office/drawing/2014/main" id="{B231C20F-E1C2-EF5E-704B-A9FAAF8D062A}"/>
              </a:ext>
            </a:extLst>
          </p:cNvPr>
          <p:cNvSpPr>
            <a:spLocks noGrp="1"/>
          </p:cNvSpPr>
          <p:nvPr>
            <p:ph type="body" sz="quarter" idx="12"/>
          </p:nvPr>
        </p:nvSpPr>
        <p:spPr>
          <a:xfrm>
            <a:off x="1742282" y="1705339"/>
            <a:ext cx="8707437" cy="3603625"/>
          </a:xfrm>
        </p:spPr>
        <p:txBody>
          <a:bodyPr anchor="ctr"/>
          <a:lstStyle>
            <a:lvl1pPr algn="ctr">
              <a:defRPr sz="4800" cap="all" baseline="0">
                <a:solidFill>
                  <a:schemeClr val="bg1"/>
                </a:solidFill>
              </a:defRPr>
            </a:lvl1pPr>
            <a:lvl2pPr algn="ctr">
              <a:defRPr sz="2800" b="1">
                <a:solidFill>
                  <a:schemeClr val="bg1"/>
                </a:solidFill>
              </a:defRPr>
            </a:lvl2pPr>
            <a:lvl3pPr marL="0" indent="0" algn="ctr">
              <a:buNone/>
              <a:defRPr sz="2800">
                <a:solidFill>
                  <a:schemeClr val="bg1"/>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420819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05 High Impact Message">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9FC069A7-73EF-ECDD-8166-74C03CF758DC}"/>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5F9F2D29-7304-E9C6-923E-9BBF410D2C98}"/>
              </a:ext>
            </a:extLst>
          </p:cNvPr>
          <p:cNvSpPr>
            <a:spLocks noGrp="1"/>
          </p:cNvSpPr>
          <p:nvPr>
            <p:ph type="sldNum" sz="quarter" idx="11"/>
          </p:nvPr>
        </p:nvSpPr>
        <p:spPr/>
        <p:txBody>
          <a:bodyPr/>
          <a:lstStyle/>
          <a:p>
            <a:fld id="{BD5A2AE7-DD7B-40D6-95B5-BB379B136F09}" type="slidenum">
              <a:rPr lang="en-GB" smtClean="0"/>
              <a:pPr/>
              <a:t>‹#›</a:t>
            </a:fld>
            <a:endParaRPr lang="en-GB"/>
          </a:p>
        </p:txBody>
      </p:sp>
      <p:pic>
        <p:nvPicPr>
          <p:cNvPr id="5" name="Picture 4" descr="A train moving in a station&#10;&#10;Description automatically generated">
            <a:extLst>
              <a:ext uri="{FF2B5EF4-FFF2-40B4-BE49-F238E27FC236}">
                <a16:creationId xmlns:a16="http://schemas.microsoft.com/office/drawing/2014/main" id="{ED2C38F4-5349-D545-8D47-6A0587A63B77}"/>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6" name="Picture 5">
            <a:extLst>
              <a:ext uri="{FF2B5EF4-FFF2-40B4-BE49-F238E27FC236}">
                <a16:creationId xmlns:a16="http://schemas.microsoft.com/office/drawing/2014/main" id="{7AD570AD-1913-4F49-AA9B-6EAEECB03669}"/>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379075" y="268958"/>
            <a:ext cx="1518354" cy="432768"/>
          </a:xfrm>
          <a:prstGeom prst="rect">
            <a:avLst/>
          </a:prstGeom>
        </p:spPr>
      </p:pic>
      <p:sp>
        <p:nvSpPr>
          <p:cNvPr id="7" name="Graphic 7">
            <a:extLst>
              <a:ext uri="{FF2B5EF4-FFF2-40B4-BE49-F238E27FC236}">
                <a16:creationId xmlns:a16="http://schemas.microsoft.com/office/drawing/2014/main" id="{A2B92F8C-A6D0-D40F-A09E-78487B23954E}"/>
              </a:ext>
            </a:extLst>
          </p:cNvPr>
          <p:cNvSpPr/>
          <p:nvPr userDrawn="1"/>
        </p:nvSpPr>
        <p:spPr>
          <a:xfrm rot="10800000">
            <a:off x="10635938" y="3712704"/>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
        <p:nvSpPr>
          <p:cNvPr id="9" name="Graphic 7">
            <a:extLst>
              <a:ext uri="{FF2B5EF4-FFF2-40B4-BE49-F238E27FC236}">
                <a16:creationId xmlns:a16="http://schemas.microsoft.com/office/drawing/2014/main" id="{E5B85DCC-7F49-200B-A002-B5717BEF6A8A}"/>
              </a:ext>
            </a:extLst>
          </p:cNvPr>
          <p:cNvSpPr/>
          <p:nvPr userDrawn="1"/>
        </p:nvSpPr>
        <p:spPr>
          <a:xfrm rot="10800000">
            <a:off x="657569" y="2474476"/>
            <a:ext cx="777876" cy="484113"/>
          </a:xfrm>
          <a:custGeom>
            <a:avLst/>
            <a:gdLst>
              <a:gd name="connsiteX0" fmla="*/ 1722470 w 3805505"/>
              <a:gd name="connsiteY0" fmla="*/ 2368380 h 2368379"/>
              <a:gd name="connsiteX1" fmla="*/ 0 w 3805505"/>
              <a:gd name="connsiteY1" fmla="*/ 2368380 h 2368379"/>
              <a:gd name="connsiteX2" fmla="*/ 2083036 w 3805505"/>
              <a:gd name="connsiteY2" fmla="*/ 0 h 2368379"/>
              <a:gd name="connsiteX3" fmla="*/ 3805506 w 3805505"/>
              <a:gd name="connsiteY3" fmla="*/ 0 h 2368379"/>
              <a:gd name="connsiteX4" fmla="*/ 1722470 w 3805505"/>
              <a:gd name="connsiteY4" fmla="*/ 2368380 h 236837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3805505" h="2368379">
                <a:moveTo>
                  <a:pt x="1722470" y="2368380"/>
                </a:moveTo>
                <a:lnTo>
                  <a:pt x="0" y="2368380"/>
                </a:lnTo>
                <a:lnTo>
                  <a:pt x="2083036" y="0"/>
                </a:lnTo>
                <a:lnTo>
                  <a:pt x="3805506" y="0"/>
                </a:lnTo>
                <a:lnTo>
                  <a:pt x="1722470" y="2368380"/>
                </a:lnTo>
                <a:close/>
              </a:path>
            </a:pathLst>
          </a:custGeom>
          <a:solidFill>
            <a:srgbClr val="C20000"/>
          </a:solidFill>
          <a:ln w="0" cap="flat">
            <a:noFill/>
            <a:prstDash val="solid"/>
            <a:miter/>
          </a:ln>
        </p:spPr>
        <p:txBody>
          <a:bodyPr rtlCol="0" anchor="ctr"/>
          <a:lstStyle/>
          <a:p>
            <a:pPr marL="0" marR="0" lvl="0" indent="0" algn="l" defTabSz="1219170" rtl="0" eaLnBrk="1" fontAlgn="auto" latinLnBrk="0" hangingPunct="1">
              <a:lnSpc>
                <a:spcPct val="100000"/>
              </a:lnSpc>
              <a:spcBef>
                <a:spcPts val="0"/>
              </a:spcBef>
              <a:spcAft>
                <a:spcPts val="0"/>
              </a:spcAft>
              <a:buClrTx/>
              <a:buSzTx/>
              <a:buFontTx/>
              <a:buNone/>
              <a:tabLst/>
              <a:defRPr/>
            </a:pPr>
            <a:r>
              <a:rPr kumimoji="0" lang="en-GB" sz="2400" b="0" i="0" u="none" strike="noStrike" kern="0" cap="none" spc="0" normalizeH="0" baseline="0" noProof="0">
                <a:ln>
                  <a:noFill/>
                </a:ln>
                <a:solidFill>
                  <a:srgbClr val="4C4C4C"/>
                </a:solidFill>
                <a:effectLst/>
                <a:uLnTx/>
                <a:uFillTx/>
                <a:latin typeface="Yu Gothic UI" panose="020B0500000000000000" pitchFamily="50" charset="-128"/>
                <a:ea typeface="Yu Gothic UI" panose="020B0500000000000000" pitchFamily="50" charset="-128"/>
                <a:cs typeface="+mn-cs"/>
              </a:rPr>
              <a:t>    </a:t>
            </a:r>
          </a:p>
        </p:txBody>
      </p:sp>
      <p:sp>
        <p:nvSpPr>
          <p:cNvPr id="10" name="Text Placeholder 14">
            <a:extLst>
              <a:ext uri="{FF2B5EF4-FFF2-40B4-BE49-F238E27FC236}">
                <a16:creationId xmlns:a16="http://schemas.microsoft.com/office/drawing/2014/main" id="{3D1C61DA-77FE-36CD-BB6C-31B16EDE4634}"/>
              </a:ext>
            </a:extLst>
          </p:cNvPr>
          <p:cNvSpPr>
            <a:spLocks noGrp="1"/>
          </p:cNvSpPr>
          <p:nvPr>
            <p:ph type="body" sz="quarter" idx="12"/>
          </p:nvPr>
        </p:nvSpPr>
        <p:spPr>
          <a:xfrm>
            <a:off x="1742282" y="1705339"/>
            <a:ext cx="8707437" cy="3603625"/>
          </a:xfrm>
        </p:spPr>
        <p:txBody>
          <a:bodyPr anchor="ctr"/>
          <a:lstStyle>
            <a:lvl1pPr algn="ctr">
              <a:defRPr sz="4800" cap="all" baseline="0">
                <a:solidFill>
                  <a:schemeClr val="bg1"/>
                </a:solidFill>
              </a:defRPr>
            </a:lvl1pPr>
            <a:lvl2pPr algn="ctr">
              <a:defRPr sz="2800" b="1">
                <a:solidFill>
                  <a:schemeClr val="bg1"/>
                </a:solidFill>
              </a:defRPr>
            </a:lvl2pPr>
            <a:lvl3pPr marL="0" indent="0" algn="ctr">
              <a:buNone/>
              <a:defRPr sz="2800">
                <a:solidFill>
                  <a:schemeClr val="bg1"/>
                </a:solidFill>
              </a:defRPr>
            </a:lvl3pPr>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607163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Cover - Insert Custom Picture">
    <p:spTree>
      <p:nvGrpSpPr>
        <p:cNvPr id="1" name=""/>
        <p:cNvGrpSpPr/>
        <p:nvPr/>
      </p:nvGrpSpPr>
      <p:grpSpPr>
        <a:xfrm>
          <a:off x="0" y="0"/>
          <a:ext cx="0" cy="0"/>
          <a:chOff x="0" y="0"/>
          <a:chExt cx="0" cy="0"/>
        </a:xfrm>
      </p:grpSpPr>
      <p:graphicFrame>
        <p:nvGraphicFramePr>
          <p:cNvPr id="19" name="think-cell data - do not delete" hidden="1">
            <a:extLst>
              <a:ext uri="{FF2B5EF4-FFF2-40B4-BE49-F238E27FC236}">
                <a16:creationId xmlns:a16="http://schemas.microsoft.com/office/drawing/2014/main" id="{0B39F9D5-62FC-944C-EE42-A89840C2A2DD}"/>
              </a:ext>
            </a:extLst>
          </p:cNvPr>
          <p:cNvGraphicFramePr>
            <a:graphicFrameLocks noChangeAspect="1"/>
          </p:cNvGraphicFramePr>
          <p:nvPr userDrawn="1">
            <p:custDataLst>
              <p:tags r:id="rId1"/>
            </p:custDataLst>
            <p:extLst>
              <p:ext uri="{D42A27DB-BD31-4B8C-83A1-F6EECF244321}">
                <p14:modId xmlns:p14="http://schemas.microsoft.com/office/powerpoint/2010/main" val="2141122463"/>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3" imgW="347" imgH="348" progId="TCLayout.ActiveDocument.1">
                  <p:embed/>
                </p:oleObj>
              </mc:Choice>
              <mc:Fallback>
                <p:oleObj name="think-cell Slide" r:id="rId3" imgW="347" imgH="348" progId="TCLayout.ActiveDocument.1">
                  <p:embed/>
                  <p:pic>
                    <p:nvPicPr>
                      <p:cNvPr id="19" name="think-cell data - do not delete" hidden="1">
                        <a:extLst>
                          <a:ext uri="{FF2B5EF4-FFF2-40B4-BE49-F238E27FC236}">
                            <a16:creationId xmlns:a16="http://schemas.microsoft.com/office/drawing/2014/main" id="{0B39F9D5-62FC-944C-EE42-A89840C2A2DD}"/>
                          </a:ext>
                        </a:extLst>
                      </p:cNvPr>
                      <p:cNvPicPr/>
                      <p:nvPr/>
                    </p:nvPicPr>
                    <p:blipFill>
                      <a:blip r:embed="rId4"/>
                      <a:stretch>
                        <a:fillRect/>
                      </a:stretch>
                    </p:blipFill>
                    <p:spPr>
                      <a:xfrm>
                        <a:off x="1588" y="1588"/>
                        <a:ext cx="1588" cy="1588"/>
                      </a:xfrm>
                      <a:prstGeom prst="rect">
                        <a:avLst/>
                      </a:prstGeom>
                    </p:spPr>
                  </p:pic>
                </p:oleObj>
              </mc:Fallback>
            </mc:AlternateContent>
          </a:graphicData>
        </a:graphic>
      </p:graphicFrame>
      <p:sp>
        <p:nvSpPr>
          <p:cNvPr id="3" name="Picture Placeholder 2">
            <a:extLst>
              <a:ext uri="{FF2B5EF4-FFF2-40B4-BE49-F238E27FC236}">
                <a16:creationId xmlns:a16="http://schemas.microsoft.com/office/drawing/2014/main" id="{10D0F49A-BB87-A952-9D83-B9425D9CC377}"/>
              </a:ext>
            </a:extLst>
          </p:cNvPr>
          <p:cNvSpPr>
            <a:spLocks noGrp="1"/>
          </p:cNvSpPr>
          <p:nvPr>
            <p:ph type="pic" sz="quarter" idx="11" hasCustomPrompt="1"/>
          </p:nvPr>
        </p:nvSpPr>
        <p:spPr>
          <a:xfrm>
            <a:off x="0" y="3126772"/>
            <a:ext cx="12192000" cy="3185128"/>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import picture here</a:t>
            </a:r>
          </a:p>
        </p:txBody>
      </p:sp>
      <p:grpSp>
        <p:nvGrpSpPr>
          <p:cNvPr id="13" name="Group 12">
            <a:extLst>
              <a:ext uri="{FF2B5EF4-FFF2-40B4-BE49-F238E27FC236}">
                <a16:creationId xmlns:a16="http://schemas.microsoft.com/office/drawing/2014/main" id="{DB58C961-3A7E-47B7-2389-6BC917C06D07}"/>
              </a:ext>
            </a:extLst>
          </p:cNvPr>
          <p:cNvGrpSpPr/>
          <p:nvPr userDrawn="1"/>
        </p:nvGrpSpPr>
        <p:grpSpPr>
          <a:xfrm>
            <a:off x="-3" y="3038348"/>
            <a:ext cx="12196766" cy="88429"/>
            <a:chOff x="-3" y="595771"/>
            <a:chExt cx="9144003" cy="66296"/>
          </a:xfrm>
        </p:grpSpPr>
        <p:sp>
          <p:nvSpPr>
            <p:cNvPr id="15" name="正方形/長方形 11">
              <a:extLst>
                <a:ext uri="{FF2B5EF4-FFF2-40B4-BE49-F238E27FC236}">
                  <a16:creationId xmlns:a16="http://schemas.microsoft.com/office/drawing/2014/main" id="{FBF0CFE3-599C-C026-627B-9C5FA5570CF5}"/>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16" name="グループ化 62">
              <a:extLst>
                <a:ext uri="{FF2B5EF4-FFF2-40B4-BE49-F238E27FC236}">
                  <a16:creationId xmlns:a16="http://schemas.microsoft.com/office/drawing/2014/main" id="{A091693B-0CFE-95A0-869B-C2ABC52A9E7D}"/>
                </a:ext>
              </a:extLst>
            </p:cNvPr>
            <p:cNvGrpSpPr/>
            <p:nvPr userDrawn="1"/>
          </p:nvGrpSpPr>
          <p:grpSpPr bwMode="gray">
            <a:xfrm>
              <a:off x="-3" y="595771"/>
              <a:ext cx="1318393" cy="66295"/>
              <a:chOff x="312738" y="2747958"/>
              <a:chExt cx="1970087" cy="109542"/>
            </a:xfrm>
          </p:grpSpPr>
          <p:sp>
            <p:nvSpPr>
              <p:cNvPr id="17" name="正方形/長方形 69">
                <a:extLst>
                  <a:ext uri="{FF2B5EF4-FFF2-40B4-BE49-F238E27FC236}">
                    <a16:creationId xmlns:a16="http://schemas.microsoft.com/office/drawing/2014/main" id="{F9E173C5-DFFF-E7A6-9510-5C1BA6D7A5B0}"/>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18" name="正方形/長方形 70">
                <a:extLst>
                  <a:ext uri="{FF2B5EF4-FFF2-40B4-BE49-F238E27FC236}">
                    <a16:creationId xmlns:a16="http://schemas.microsoft.com/office/drawing/2014/main" id="{0215667D-6781-7509-A48B-09520B610AB4}"/>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12" name="Picture 11">
            <a:extLst>
              <a:ext uri="{FF2B5EF4-FFF2-40B4-BE49-F238E27FC236}">
                <a16:creationId xmlns:a16="http://schemas.microsoft.com/office/drawing/2014/main" id="{B207529E-6C19-0303-467C-B269480681A4}"/>
              </a:ext>
            </a:extLst>
          </p:cNvPr>
          <p:cNvPicPr>
            <a:picLocks noChangeAspect="1"/>
          </p:cNvPicPr>
          <p:nvPr userDrawn="1"/>
        </p:nvPicPr>
        <p:blipFill>
          <a:blip r:embed="rId5" cstate="print">
            <a:extLst>
              <a:ext uri="{28A0092B-C50C-407E-A947-70E740481C1C}">
                <a14:useLocalDpi xmlns:a14="http://schemas.microsoft.com/office/drawing/2010/main" val="0"/>
              </a:ext>
            </a:extLst>
          </a:blip>
          <a:stretch>
            <a:fillRect/>
          </a:stretch>
        </p:blipFill>
        <p:spPr>
          <a:xfrm>
            <a:off x="9605433" y="414285"/>
            <a:ext cx="2169585" cy="618384"/>
          </a:xfrm>
          <a:prstGeom prst="rect">
            <a:avLst/>
          </a:prstGeom>
        </p:spPr>
      </p:pic>
      <p:sp>
        <p:nvSpPr>
          <p:cNvPr id="8" name="Text Placeholder 13">
            <a:extLst>
              <a:ext uri="{FF2B5EF4-FFF2-40B4-BE49-F238E27FC236}">
                <a16:creationId xmlns:a16="http://schemas.microsoft.com/office/drawing/2014/main" id="{5202216B-ECD1-14BA-1244-CFDD112B40AE}"/>
              </a:ext>
            </a:extLst>
          </p:cNvPr>
          <p:cNvSpPr>
            <a:spLocks noGrp="1"/>
          </p:cNvSpPr>
          <p:nvPr>
            <p:ph type="body" sz="quarter" idx="10"/>
          </p:nvPr>
        </p:nvSpPr>
        <p:spPr>
          <a:xfrm>
            <a:off x="1219958" y="1130678"/>
            <a:ext cx="10548938" cy="1681162"/>
          </a:xfrm>
          <a:prstGeom prst="rect">
            <a:avLst/>
          </a:prstGeom>
        </p:spPr>
        <p:txBody>
          <a:bodyPr/>
          <a:lstStyle>
            <a:lvl1pPr marL="0" indent="0">
              <a:buNone/>
              <a:defRPr sz="3500">
                <a:solidFill>
                  <a:schemeClr val="tx1"/>
                </a:solidFill>
              </a:defRPr>
            </a:lvl1pPr>
            <a:lvl2pPr marL="0" indent="0">
              <a:spcAft>
                <a:spcPts val="600"/>
              </a:spcAft>
              <a:buNone/>
              <a:defRPr sz="2800">
                <a:solidFill>
                  <a:schemeClr val="accent1"/>
                </a:solidFill>
              </a:defRPr>
            </a:lvl2pPr>
            <a:lvl3pPr marL="0" indent="0">
              <a:buNone/>
              <a:defRPr/>
            </a:lvl3pPr>
          </a:lstStyle>
          <a:p>
            <a:pPr lvl="0"/>
            <a:r>
              <a:rPr lang="en-US"/>
              <a:t>Edit Master text styles</a:t>
            </a:r>
          </a:p>
          <a:p>
            <a:pPr lvl="1"/>
            <a:r>
              <a:rPr lang="en-US"/>
              <a:t>Second level</a:t>
            </a:r>
          </a:p>
          <a:p>
            <a:pPr lvl="2"/>
            <a:r>
              <a:rPr lang="en-US"/>
              <a:t>Third level</a:t>
            </a:r>
          </a:p>
        </p:txBody>
      </p:sp>
      <p:sp>
        <p:nvSpPr>
          <p:cNvPr id="2" name="Text Placeholder 9">
            <a:extLst>
              <a:ext uri="{FF2B5EF4-FFF2-40B4-BE49-F238E27FC236}">
                <a16:creationId xmlns:a16="http://schemas.microsoft.com/office/drawing/2014/main" id="{954A25D7-65DD-C654-402E-4F05FDACC7E5}"/>
              </a:ext>
            </a:extLst>
          </p:cNvPr>
          <p:cNvSpPr>
            <a:spLocks noGrp="1"/>
          </p:cNvSpPr>
          <p:nvPr>
            <p:ph type="body" sz="quarter" idx="12" hasCustomPrompt="1"/>
          </p:nvPr>
        </p:nvSpPr>
        <p:spPr>
          <a:xfrm>
            <a:off x="300038" y="6375593"/>
            <a:ext cx="11591925" cy="360363"/>
          </a:xfrm>
        </p:spPr>
        <p:txBody>
          <a:bodyPr anchor="ctr">
            <a:normAutofit/>
          </a:bodyPr>
          <a:lstStyle>
            <a:lvl1pPr algn="ctr">
              <a:defRPr sz="1050" b="0">
                <a:solidFill>
                  <a:schemeClr val="tx1"/>
                </a:solidFill>
              </a:defRPr>
            </a:lvl1pPr>
          </a:lstStyle>
          <a:p>
            <a:pPr lvl="0"/>
            <a:r>
              <a:rPr lang="en-US" dirty="0"/>
              <a:t>Click to edit footer</a:t>
            </a:r>
          </a:p>
        </p:txBody>
      </p:sp>
    </p:spTree>
    <p:extLst>
      <p:ext uri="{BB962C8B-B14F-4D97-AF65-F5344CB8AC3E}">
        <p14:creationId xmlns:p14="http://schemas.microsoft.com/office/powerpoint/2010/main" val="5064682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846">
          <p15:clr>
            <a:srgbClr val="C35EA4"/>
          </p15:clr>
        </p15:guide>
        <p15:guide id="2" pos="7491">
          <p15:clr>
            <a:srgbClr val="C35EA4"/>
          </p15:clr>
        </p15:guide>
        <p15:guide id="3" orient="horz" pos="1956">
          <p15:clr>
            <a:srgbClr val="C35EA4"/>
          </p15:clr>
        </p15:guide>
        <p15:guide id="4" orient="horz" pos="709">
          <p15:clr>
            <a:srgbClr val="C35EA4"/>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Cover - Picture 01">
    <p:spTree>
      <p:nvGrpSpPr>
        <p:cNvPr id="1" name=""/>
        <p:cNvGrpSpPr/>
        <p:nvPr/>
      </p:nvGrpSpPr>
      <p:grpSpPr>
        <a:xfrm>
          <a:off x="0" y="0"/>
          <a:ext cx="0" cy="0"/>
          <a:chOff x="0" y="0"/>
          <a:chExt cx="0" cy="0"/>
        </a:xfrm>
      </p:grpSpPr>
      <p:pic>
        <p:nvPicPr>
          <p:cNvPr id="8" name="Picture Placeholder 6">
            <a:extLst>
              <a:ext uri="{FF2B5EF4-FFF2-40B4-BE49-F238E27FC236}">
                <a16:creationId xmlns:a16="http://schemas.microsoft.com/office/drawing/2014/main" id="{7C33B2EE-B811-A2AB-54A5-639776BDC95B}"/>
              </a:ext>
            </a:extLst>
          </p:cNvPr>
          <p:cNvPicPr>
            <a:picLocks noChangeAspect="1"/>
          </p:cNvPicPr>
          <p:nvPr userDrawn="1"/>
        </p:nvPicPr>
        <p:blipFill rotWithShape="1">
          <a:blip r:embed="rId2"/>
          <a:srcRect l="657" t="4506" r="38" b="620"/>
          <a:stretch/>
        </p:blipFill>
        <p:spPr>
          <a:xfrm>
            <a:off x="0" y="3038348"/>
            <a:ext cx="12192000" cy="3273552"/>
          </a:xfrm>
          <a:prstGeom prst="rect">
            <a:avLst/>
          </a:prstGeom>
        </p:spPr>
      </p:pic>
      <p:pic>
        <p:nvPicPr>
          <p:cNvPr id="12" name="Picture 11">
            <a:extLst>
              <a:ext uri="{FF2B5EF4-FFF2-40B4-BE49-F238E27FC236}">
                <a16:creationId xmlns:a16="http://schemas.microsoft.com/office/drawing/2014/main" id="{B207529E-6C19-0303-467C-B269480681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05433" y="414285"/>
            <a:ext cx="2169585" cy="618384"/>
          </a:xfrm>
          <a:prstGeom prst="rect">
            <a:avLst/>
          </a:prstGeom>
        </p:spPr>
      </p:pic>
      <p:sp>
        <p:nvSpPr>
          <p:cNvPr id="14" name="Text Placeholder 13">
            <a:extLst>
              <a:ext uri="{FF2B5EF4-FFF2-40B4-BE49-F238E27FC236}">
                <a16:creationId xmlns:a16="http://schemas.microsoft.com/office/drawing/2014/main" id="{D1115084-3CD8-6979-E7F8-BC23B1FDB120}"/>
              </a:ext>
            </a:extLst>
          </p:cNvPr>
          <p:cNvSpPr>
            <a:spLocks noGrp="1"/>
          </p:cNvSpPr>
          <p:nvPr>
            <p:ph type="body" sz="quarter" idx="10"/>
          </p:nvPr>
        </p:nvSpPr>
        <p:spPr>
          <a:xfrm>
            <a:off x="1219958" y="1130678"/>
            <a:ext cx="10548938" cy="1681162"/>
          </a:xfrm>
          <a:prstGeom prst="rect">
            <a:avLst/>
          </a:prstGeom>
        </p:spPr>
        <p:txBody>
          <a:bodyPr/>
          <a:lstStyle>
            <a:lvl1pPr marL="0" indent="0">
              <a:buNone/>
              <a:defRPr sz="3500">
                <a:solidFill>
                  <a:schemeClr val="tx1"/>
                </a:solidFill>
              </a:defRPr>
            </a:lvl1pPr>
            <a:lvl2pPr marL="0" indent="0">
              <a:spcAft>
                <a:spcPts val="600"/>
              </a:spcAft>
              <a:buNone/>
              <a:defRPr sz="2800">
                <a:solidFill>
                  <a:schemeClr val="accent1"/>
                </a:solidFill>
              </a:defRPr>
            </a:lvl2pPr>
            <a:lvl3pPr marL="0" indent="0">
              <a:buNone/>
              <a:defRPr/>
            </a:lvl3pPr>
          </a:lstStyle>
          <a:p>
            <a:pPr lvl="0"/>
            <a:r>
              <a:rPr lang="en-US"/>
              <a:t>Edit Master text styles</a:t>
            </a:r>
          </a:p>
          <a:p>
            <a:pPr lvl="1"/>
            <a:r>
              <a:rPr lang="en-US"/>
              <a:t>Second level</a:t>
            </a:r>
          </a:p>
          <a:p>
            <a:pPr lvl="2"/>
            <a:r>
              <a:rPr lang="en-US"/>
              <a:t>Third level</a:t>
            </a:r>
          </a:p>
        </p:txBody>
      </p:sp>
      <p:grpSp>
        <p:nvGrpSpPr>
          <p:cNvPr id="2" name="Group 1">
            <a:extLst>
              <a:ext uri="{FF2B5EF4-FFF2-40B4-BE49-F238E27FC236}">
                <a16:creationId xmlns:a16="http://schemas.microsoft.com/office/drawing/2014/main" id="{04031B5E-0CE7-9CE8-29B0-DA03889A6F7F}"/>
              </a:ext>
            </a:extLst>
          </p:cNvPr>
          <p:cNvGrpSpPr/>
          <p:nvPr userDrawn="1"/>
        </p:nvGrpSpPr>
        <p:grpSpPr>
          <a:xfrm>
            <a:off x="-3" y="3038348"/>
            <a:ext cx="12196766" cy="88429"/>
            <a:chOff x="-3" y="595771"/>
            <a:chExt cx="9144003" cy="66296"/>
          </a:xfrm>
        </p:grpSpPr>
        <p:sp>
          <p:nvSpPr>
            <p:cNvPr id="4" name="正方形/長方形 11">
              <a:extLst>
                <a:ext uri="{FF2B5EF4-FFF2-40B4-BE49-F238E27FC236}">
                  <a16:creationId xmlns:a16="http://schemas.microsoft.com/office/drawing/2014/main" id="{05009DCB-07D6-FF13-145B-5EF3CF5AB9AF}"/>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5" name="グループ化 62">
              <a:extLst>
                <a:ext uri="{FF2B5EF4-FFF2-40B4-BE49-F238E27FC236}">
                  <a16:creationId xmlns:a16="http://schemas.microsoft.com/office/drawing/2014/main" id="{BD9BAB95-747F-7A0D-9CED-DC96C6FBD89B}"/>
                </a:ext>
              </a:extLst>
            </p:cNvPr>
            <p:cNvGrpSpPr/>
            <p:nvPr userDrawn="1"/>
          </p:nvGrpSpPr>
          <p:grpSpPr bwMode="gray">
            <a:xfrm>
              <a:off x="-3" y="595771"/>
              <a:ext cx="1318393" cy="66295"/>
              <a:chOff x="312738" y="2747958"/>
              <a:chExt cx="1970087" cy="109542"/>
            </a:xfrm>
          </p:grpSpPr>
          <p:sp>
            <p:nvSpPr>
              <p:cNvPr id="6" name="正方形/長方形 69">
                <a:extLst>
                  <a:ext uri="{FF2B5EF4-FFF2-40B4-BE49-F238E27FC236}">
                    <a16:creationId xmlns:a16="http://schemas.microsoft.com/office/drawing/2014/main" id="{EACEEB85-5532-222A-1622-6A3677578229}"/>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7" name="正方形/長方形 70">
                <a:extLst>
                  <a:ext uri="{FF2B5EF4-FFF2-40B4-BE49-F238E27FC236}">
                    <a16:creationId xmlns:a16="http://schemas.microsoft.com/office/drawing/2014/main" id="{CE8D69C2-A9CA-8EEA-6584-D58C6176B372}"/>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9" name="Text Placeholder 9">
            <a:extLst>
              <a:ext uri="{FF2B5EF4-FFF2-40B4-BE49-F238E27FC236}">
                <a16:creationId xmlns:a16="http://schemas.microsoft.com/office/drawing/2014/main" id="{D88C7763-909A-87BE-8B57-AAAF7CAA4B8B}"/>
              </a:ext>
            </a:extLst>
          </p:cNvPr>
          <p:cNvSpPr>
            <a:spLocks noGrp="1"/>
          </p:cNvSpPr>
          <p:nvPr>
            <p:ph type="body" sz="quarter" idx="11" hasCustomPrompt="1"/>
          </p:nvPr>
        </p:nvSpPr>
        <p:spPr>
          <a:xfrm>
            <a:off x="300038" y="6375593"/>
            <a:ext cx="11591925" cy="360363"/>
          </a:xfrm>
        </p:spPr>
        <p:txBody>
          <a:bodyPr anchor="ctr">
            <a:normAutofit/>
          </a:bodyPr>
          <a:lstStyle>
            <a:lvl1pPr algn="ctr">
              <a:defRPr sz="1050" b="0">
                <a:solidFill>
                  <a:schemeClr val="tx1"/>
                </a:solidFill>
              </a:defRPr>
            </a:lvl1pPr>
          </a:lstStyle>
          <a:p>
            <a:pPr lvl="0"/>
            <a:r>
              <a:rPr lang="en-US" dirty="0"/>
              <a:t>Click to edit footer</a:t>
            </a:r>
          </a:p>
        </p:txBody>
      </p:sp>
    </p:spTree>
    <p:extLst>
      <p:ext uri="{BB962C8B-B14F-4D97-AF65-F5344CB8AC3E}">
        <p14:creationId xmlns:p14="http://schemas.microsoft.com/office/powerpoint/2010/main" val="10114840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846">
          <p15:clr>
            <a:srgbClr val="C35EA4"/>
          </p15:clr>
        </p15:guide>
        <p15:guide id="2" pos="7491">
          <p15:clr>
            <a:srgbClr val="C35EA4"/>
          </p15:clr>
        </p15:guide>
        <p15:guide id="3" orient="horz" pos="1956">
          <p15:clr>
            <a:srgbClr val="C35EA4"/>
          </p15:clr>
        </p15:guide>
        <p15:guide id="4" orient="horz" pos="709">
          <p15:clr>
            <a:srgbClr val="C35EA4"/>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userDrawn="1">
  <p:cSld name="Cover - Picture 02">
    <p:spTree>
      <p:nvGrpSpPr>
        <p:cNvPr id="1" name=""/>
        <p:cNvGrpSpPr/>
        <p:nvPr/>
      </p:nvGrpSpPr>
      <p:grpSpPr>
        <a:xfrm>
          <a:off x="0" y="0"/>
          <a:ext cx="0" cy="0"/>
          <a:chOff x="0" y="0"/>
          <a:chExt cx="0" cy="0"/>
        </a:xfrm>
      </p:grpSpPr>
      <p:pic>
        <p:nvPicPr>
          <p:cNvPr id="3" name="Picture Placeholder 11">
            <a:extLst>
              <a:ext uri="{FF2B5EF4-FFF2-40B4-BE49-F238E27FC236}">
                <a16:creationId xmlns:a16="http://schemas.microsoft.com/office/drawing/2014/main" id="{6022DD83-126F-7AC4-3766-42D5CBCA5126}"/>
              </a:ext>
            </a:extLst>
          </p:cNvPr>
          <p:cNvPicPr>
            <a:picLocks noChangeAspect="1"/>
          </p:cNvPicPr>
          <p:nvPr userDrawn="1"/>
        </p:nvPicPr>
        <p:blipFill rotWithShape="1">
          <a:blip r:embed="rId2" cstate="screen">
            <a:extLst>
              <a:ext uri="{28A0092B-C50C-407E-A947-70E740481C1C}">
                <a14:useLocalDpi xmlns:a14="http://schemas.microsoft.com/office/drawing/2010/main"/>
              </a:ext>
            </a:extLst>
          </a:blip>
          <a:srcRect t="20235" b="40311"/>
          <a:stretch/>
        </p:blipFill>
        <p:spPr>
          <a:xfrm>
            <a:off x="0" y="3105150"/>
            <a:ext cx="12192000" cy="3206750"/>
          </a:xfrm>
          <a:prstGeom prst="rect">
            <a:avLst/>
          </a:prstGeom>
        </p:spPr>
      </p:pic>
      <p:sp>
        <p:nvSpPr>
          <p:cNvPr id="18" name="Text Placeholder 13">
            <a:extLst>
              <a:ext uri="{FF2B5EF4-FFF2-40B4-BE49-F238E27FC236}">
                <a16:creationId xmlns:a16="http://schemas.microsoft.com/office/drawing/2014/main" id="{E2348411-79CA-E9D9-7DD9-2605C31F958D}"/>
              </a:ext>
            </a:extLst>
          </p:cNvPr>
          <p:cNvSpPr>
            <a:spLocks noGrp="1"/>
          </p:cNvSpPr>
          <p:nvPr>
            <p:ph type="body" sz="quarter" idx="10"/>
          </p:nvPr>
        </p:nvSpPr>
        <p:spPr>
          <a:xfrm>
            <a:off x="1219958" y="1130678"/>
            <a:ext cx="10548938" cy="1681162"/>
          </a:xfrm>
          <a:prstGeom prst="rect">
            <a:avLst/>
          </a:prstGeom>
        </p:spPr>
        <p:txBody>
          <a:bodyPr/>
          <a:lstStyle>
            <a:lvl1pPr marL="0" indent="0">
              <a:buNone/>
              <a:defRPr sz="3500">
                <a:solidFill>
                  <a:schemeClr val="tx1"/>
                </a:solidFill>
              </a:defRPr>
            </a:lvl1pPr>
            <a:lvl2pPr marL="0" indent="0">
              <a:spcAft>
                <a:spcPts val="600"/>
              </a:spcAft>
              <a:buNone/>
              <a:defRPr sz="2800">
                <a:solidFill>
                  <a:schemeClr val="accent1"/>
                </a:solidFill>
              </a:defRPr>
            </a:lvl2pPr>
            <a:lvl3pPr marL="0" indent="0">
              <a:buNone/>
              <a:defRPr/>
            </a:lvl3pPr>
          </a:lstStyle>
          <a:p>
            <a:pPr lvl="0"/>
            <a:r>
              <a:rPr lang="en-US"/>
              <a:t>Edit Master text styles</a:t>
            </a:r>
          </a:p>
          <a:p>
            <a:pPr lvl="1"/>
            <a:r>
              <a:rPr lang="en-US"/>
              <a:t>Second level</a:t>
            </a:r>
          </a:p>
          <a:p>
            <a:pPr lvl="2"/>
            <a:r>
              <a:rPr lang="en-US"/>
              <a:t>Third level</a:t>
            </a:r>
          </a:p>
        </p:txBody>
      </p:sp>
      <p:grpSp>
        <p:nvGrpSpPr>
          <p:cNvPr id="19" name="Group 18">
            <a:extLst>
              <a:ext uri="{FF2B5EF4-FFF2-40B4-BE49-F238E27FC236}">
                <a16:creationId xmlns:a16="http://schemas.microsoft.com/office/drawing/2014/main" id="{2BA93B18-4211-D84A-CE6E-9DF5664EBE63}"/>
              </a:ext>
            </a:extLst>
          </p:cNvPr>
          <p:cNvGrpSpPr/>
          <p:nvPr userDrawn="1"/>
        </p:nvGrpSpPr>
        <p:grpSpPr>
          <a:xfrm>
            <a:off x="-3" y="3038348"/>
            <a:ext cx="12196766" cy="88429"/>
            <a:chOff x="-3" y="595771"/>
            <a:chExt cx="9144003" cy="66296"/>
          </a:xfrm>
        </p:grpSpPr>
        <p:sp>
          <p:nvSpPr>
            <p:cNvPr id="20" name="正方形/長方形 11">
              <a:extLst>
                <a:ext uri="{FF2B5EF4-FFF2-40B4-BE49-F238E27FC236}">
                  <a16:creationId xmlns:a16="http://schemas.microsoft.com/office/drawing/2014/main" id="{B0E6BE42-A367-655F-B816-85D5FB109645}"/>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21" name="グループ化 62">
              <a:extLst>
                <a:ext uri="{FF2B5EF4-FFF2-40B4-BE49-F238E27FC236}">
                  <a16:creationId xmlns:a16="http://schemas.microsoft.com/office/drawing/2014/main" id="{A2BF7519-75AE-8F59-AC69-F3C01A179E83}"/>
                </a:ext>
              </a:extLst>
            </p:cNvPr>
            <p:cNvGrpSpPr/>
            <p:nvPr userDrawn="1"/>
          </p:nvGrpSpPr>
          <p:grpSpPr bwMode="gray">
            <a:xfrm>
              <a:off x="-3" y="595771"/>
              <a:ext cx="1318393" cy="66295"/>
              <a:chOff x="312738" y="2747958"/>
              <a:chExt cx="1970087" cy="109542"/>
            </a:xfrm>
          </p:grpSpPr>
          <p:sp>
            <p:nvSpPr>
              <p:cNvPr id="22" name="正方形/長方形 69">
                <a:extLst>
                  <a:ext uri="{FF2B5EF4-FFF2-40B4-BE49-F238E27FC236}">
                    <a16:creationId xmlns:a16="http://schemas.microsoft.com/office/drawing/2014/main" id="{1B03E035-DB33-8BAD-6B2D-F6CC566F9AEB}"/>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23" name="正方形/長方形 70">
                <a:extLst>
                  <a:ext uri="{FF2B5EF4-FFF2-40B4-BE49-F238E27FC236}">
                    <a16:creationId xmlns:a16="http://schemas.microsoft.com/office/drawing/2014/main" id="{856B3DEF-648B-4D90-382A-0615699DCC9C}"/>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2" name="Text Placeholder 9">
            <a:extLst>
              <a:ext uri="{FF2B5EF4-FFF2-40B4-BE49-F238E27FC236}">
                <a16:creationId xmlns:a16="http://schemas.microsoft.com/office/drawing/2014/main" id="{FE98F32B-40B6-AB3A-59E9-DF9DD2D7A32E}"/>
              </a:ext>
            </a:extLst>
          </p:cNvPr>
          <p:cNvSpPr>
            <a:spLocks noGrp="1"/>
          </p:cNvSpPr>
          <p:nvPr>
            <p:ph type="body" sz="quarter" idx="11" hasCustomPrompt="1"/>
          </p:nvPr>
        </p:nvSpPr>
        <p:spPr>
          <a:xfrm>
            <a:off x="300038" y="6375593"/>
            <a:ext cx="11591925" cy="360363"/>
          </a:xfrm>
        </p:spPr>
        <p:txBody>
          <a:bodyPr anchor="ctr">
            <a:normAutofit/>
          </a:bodyPr>
          <a:lstStyle>
            <a:lvl1pPr algn="ctr">
              <a:defRPr sz="1050" b="0">
                <a:solidFill>
                  <a:schemeClr val="tx1"/>
                </a:solidFill>
              </a:defRPr>
            </a:lvl1pPr>
          </a:lstStyle>
          <a:p>
            <a:pPr lvl="0"/>
            <a:r>
              <a:rPr lang="en-US" dirty="0"/>
              <a:t>Click to edit footer</a:t>
            </a:r>
          </a:p>
        </p:txBody>
      </p:sp>
      <p:pic>
        <p:nvPicPr>
          <p:cNvPr id="11" name="Picture 10">
            <a:extLst>
              <a:ext uri="{FF2B5EF4-FFF2-40B4-BE49-F238E27FC236}">
                <a16:creationId xmlns:a16="http://schemas.microsoft.com/office/drawing/2014/main" id="{A3180210-097B-435B-83C3-DE4EF98F9E32}"/>
              </a:ext>
            </a:extLst>
          </p:cNvPr>
          <p:cNvPicPr/>
          <p:nvPr userDrawn="1"/>
        </p:nvPicPr>
        <p:blipFill>
          <a:blip r:embed="rId3"/>
          <a:stretch>
            <a:fillRect/>
          </a:stretch>
        </p:blipFill>
        <p:spPr>
          <a:xfrm>
            <a:off x="10099992" y="143202"/>
            <a:ext cx="1791970" cy="584835"/>
          </a:xfrm>
          <a:prstGeom prst="rect">
            <a:avLst/>
          </a:prstGeom>
        </p:spPr>
      </p:pic>
    </p:spTree>
    <p:extLst>
      <p:ext uri="{BB962C8B-B14F-4D97-AF65-F5344CB8AC3E}">
        <p14:creationId xmlns:p14="http://schemas.microsoft.com/office/powerpoint/2010/main" val="276971085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846">
          <p15:clr>
            <a:srgbClr val="C35EA4"/>
          </p15:clr>
        </p15:guide>
        <p15:guide id="2" pos="7491">
          <p15:clr>
            <a:srgbClr val="C35EA4"/>
          </p15:clr>
        </p15:guide>
        <p15:guide id="3" orient="horz" pos="1956">
          <p15:clr>
            <a:srgbClr val="C35EA4"/>
          </p15:clr>
        </p15:guide>
        <p15:guide id="4" orient="horz" pos="709">
          <p15:clr>
            <a:srgbClr val="C35EA4"/>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userDrawn="1">
  <p:cSld name="Cover - Picture 03">
    <p:spTree>
      <p:nvGrpSpPr>
        <p:cNvPr id="1" name=""/>
        <p:cNvGrpSpPr/>
        <p:nvPr/>
      </p:nvGrpSpPr>
      <p:grpSpPr>
        <a:xfrm>
          <a:off x="0" y="0"/>
          <a:ext cx="0" cy="0"/>
          <a:chOff x="0" y="0"/>
          <a:chExt cx="0" cy="0"/>
        </a:xfrm>
      </p:grpSpPr>
      <p:pic>
        <p:nvPicPr>
          <p:cNvPr id="8" name="Picture Placeholder 9">
            <a:extLst>
              <a:ext uri="{FF2B5EF4-FFF2-40B4-BE49-F238E27FC236}">
                <a16:creationId xmlns:a16="http://schemas.microsoft.com/office/drawing/2014/main" id="{EA0AC8CD-8889-878D-AA52-E735BB9C6ED0}"/>
              </a:ext>
            </a:extLst>
          </p:cNvPr>
          <p:cNvPicPr>
            <a:picLocks noChangeAspect="1"/>
          </p:cNvPicPr>
          <p:nvPr userDrawn="1"/>
        </p:nvPicPr>
        <p:blipFill rotWithShape="1">
          <a:blip r:embed="rId2"/>
          <a:srcRect t="6481"/>
          <a:stretch/>
        </p:blipFill>
        <p:spPr>
          <a:xfrm>
            <a:off x="0" y="3105150"/>
            <a:ext cx="12192000" cy="3206750"/>
          </a:xfrm>
          <a:prstGeom prst="rect">
            <a:avLst/>
          </a:prstGeom>
        </p:spPr>
      </p:pic>
      <p:pic>
        <p:nvPicPr>
          <p:cNvPr id="12" name="Picture 11">
            <a:extLst>
              <a:ext uri="{FF2B5EF4-FFF2-40B4-BE49-F238E27FC236}">
                <a16:creationId xmlns:a16="http://schemas.microsoft.com/office/drawing/2014/main" id="{B207529E-6C19-0303-467C-B269480681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05433" y="414285"/>
            <a:ext cx="2169585" cy="618384"/>
          </a:xfrm>
          <a:prstGeom prst="rect">
            <a:avLst/>
          </a:prstGeom>
        </p:spPr>
      </p:pic>
      <p:sp>
        <p:nvSpPr>
          <p:cNvPr id="24" name="Text Placeholder 13">
            <a:extLst>
              <a:ext uri="{FF2B5EF4-FFF2-40B4-BE49-F238E27FC236}">
                <a16:creationId xmlns:a16="http://schemas.microsoft.com/office/drawing/2014/main" id="{AC841F4D-3F45-ACF4-892F-F06E0D6F7964}"/>
              </a:ext>
            </a:extLst>
          </p:cNvPr>
          <p:cNvSpPr>
            <a:spLocks noGrp="1"/>
          </p:cNvSpPr>
          <p:nvPr>
            <p:ph type="body" sz="quarter" idx="10"/>
          </p:nvPr>
        </p:nvSpPr>
        <p:spPr>
          <a:xfrm>
            <a:off x="1219958" y="1130678"/>
            <a:ext cx="10548938" cy="1681162"/>
          </a:xfrm>
          <a:prstGeom prst="rect">
            <a:avLst/>
          </a:prstGeom>
        </p:spPr>
        <p:txBody>
          <a:bodyPr/>
          <a:lstStyle>
            <a:lvl1pPr marL="0" indent="0">
              <a:buNone/>
              <a:defRPr sz="3500">
                <a:solidFill>
                  <a:schemeClr val="tx1"/>
                </a:solidFill>
              </a:defRPr>
            </a:lvl1pPr>
            <a:lvl2pPr marL="0" indent="0">
              <a:spcAft>
                <a:spcPts val="600"/>
              </a:spcAft>
              <a:buNone/>
              <a:defRPr sz="2800">
                <a:solidFill>
                  <a:schemeClr val="accent1"/>
                </a:solidFill>
              </a:defRPr>
            </a:lvl2pPr>
            <a:lvl3pPr marL="0" indent="0">
              <a:buNone/>
              <a:defRPr/>
            </a:lvl3pPr>
          </a:lstStyle>
          <a:p>
            <a:pPr lvl="0"/>
            <a:r>
              <a:rPr lang="en-US"/>
              <a:t>Edit Master text styles</a:t>
            </a:r>
          </a:p>
          <a:p>
            <a:pPr lvl="1"/>
            <a:r>
              <a:rPr lang="en-US"/>
              <a:t>Second level</a:t>
            </a:r>
          </a:p>
          <a:p>
            <a:pPr lvl="2"/>
            <a:r>
              <a:rPr lang="en-US"/>
              <a:t>Third level</a:t>
            </a:r>
          </a:p>
        </p:txBody>
      </p:sp>
      <p:grpSp>
        <p:nvGrpSpPr>
          <p:cNvPr id="25" name="Group 24">
            <a:extLst>
              <a:ext uri="{FF2B5EF4-FFF2-40B4-BE49-F238E27FC236}">
                <a16:creationId xmlns:a16="http://schemas.microsoft.com/office/drawing/2014/main" id="{7E76AF97-E227-30EF-3E7A-9796923A151C}"/>
              </a:ext>
            </a:extLst>
          </p:cNvPr>
          <p:cNvGrpSpPr/>
          <p:nvPr userDrawn="1"/>
        </p:nvGrpSpPr>
        <p:grpSpPr>
          <a:xfrm>
            <a:off x="-3" y="3038348"/>
            <a:ext cx="12196766" cy="88429"/>
            <a:chOff x="-3" y="595771"/>
            <a:chExt cx="9144003" cy="66296"/>
          </a:xfrm>
        </p:grpSpPr>
        <p:sp>
          <p:nvSpPr>
            <p:cNvPr id="26" name="正方形/長方形 11">
              <a:extLst>
                <a:ext uri="{FF2B5EF4-FFF2-40B4-BE49-F238E27FC236}">
                  <a16:creationId xmlns:a16="http://schemas.microsoft.com/office/drawing/2014/main" id="{054A9B16-D233-5D86-D24B-ECFD26BDF024}"/>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27" name="グループ化 62">
              <a:extLst>
                <a:ext uri="{FF2B5EF4-FFF2-40B4-BE49-F238E27FC236}">
                  <a16:creationId xmlns:a16="http://schemas.microsoft.com/office/drawing/2014/main" id="{1E6590AD-95A5-5C66-F04C-72807077F9BF}"/>
                </a:ext>
              </a:extLst>
            </p:cNvPr>
            <p:cNvGrpSpPr/>
            <p:nvPr userDrawn="1"/>
          </p:nvGrpSpPr>
          <p:grpSpPr bwMode="gray">
            <a:xfrm>
              <a:off x="-3" y="595771"/>
              <a:ext cx="1318393" cy="66295"/>
              <a:chOff x="312738" y="2747958"/>
              <a:chExt cx="1970087" cy="109542"/>
            </a:xfrm>
          </p:grpSpPr>
          <p:sp>
            <p:nvSpPr>
              <p:cNvPr id="28" name="正方形/長方形 69">
                <a:extLst>
                  <a:ext uri="{FF2B5EF4-FFF2-40B4-BE49-F238E27FC236}">
                    <a16:creationId xmlns:a16="http://schemas.microsoft.com/office/drawing/2014/main" id="{397B87BA-D666-D331-11FC-6682254AF2EC}"/>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29" name="正方形/長方形 70">
                <a:extLst>
                  <a:ext uri="{FF2B5EF4-FFF2-40B4-BE49-F238E27FC236}">
                    <a16:creationId xmlns:a16="http://schemas.microsoft.com/office/drawing/2014/main" id="{B3C9A8BF-9696-B1AD-A4FF-AABA4D0A4924}"/>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2" name="Text Placeholder 9">
            <a:extLst>
              <a:ext uri="{FF2B5EF4-FFF2-40B4-BE49-F238E27FC236}">
                <a16:creationId xmlns:a16="http://schemas.microsoft.com/office/drawing/2014/main" id="{0485F0E8-AD76-4D21-3D1F-C7DDB9ED8D92}"/>
              </a:ext>
            </a:extLst>
          </p:cNvPr>
          <p:cNvSpPr>
            <a:spLocks noGrp="1"/>
          </p:cNvSpPr>
          <p:nvPr>
            <p:ph type="body" sz="quarter" idx="11" hasCustomPrompt="1"/>
          </p:nvPr>
        </p:nvSpPr>
        <p:spPr>
          <a:xfrm>
            <a:off x="300038" y="6375593"/>
            <a:ext cx="11591925" cy="360363"/>
          </a:xfrm>
        </p:spPr>
        <p:txBody>
          <a:bodyPr anchor="ctr">
            <a:normAutofit/>
          </a:bodyPr>
          <a:lstStyle>
            <a:lvl1pPr algn="ctr">
              <a:defRPr sz="1050" b="0">
                <a:solidFill>
                  <a:schemeClr val="tx1"/>
                </a:solidFill>
              </a:defRPr>
            </a:lvl1pPr>
          </a:lstStyle>
          <a:p>
            <a:pPr lvl="0"/>
            <a:r>
              <a:rPr lang="en-US" dirty="0"/>
              <a:t>Click to edit footer</a:t>
            </a:r>
          </a:p>
        </p:txBody>
      </p:sp>
    </p:spTree>
    <p:extLst>
      <p:ext uri="{BB962C8B-B14F-4D97-AF65-F5344CB8AC3E}">
        <p14:creationId xmlns:p14="http://schemas.microsoft.com/office/powerpoint/2010/main" val="32884654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846">
          <p15:clr>
            <a:srgbClr val="C35EA4"/>
          </p15:clr>
        </p15:guide>
        <p15:guide id="2" pos="7491">
          <p15:clr>
            <a:srgbClr val="C35EA4"/>
          </p15:clr>
        </p15:guide>
        <p15:guide id="3" orient="horz" pos="1956">
          <p15:clr>
            <a:srgbClr val="C35EA4"/>
          </p15:clr>
        </p15:guide>
        <p15:guide id="4" orient="horz" pos="709">
          <p15:clr>
            <a:srgbClr val="C35EA4"/>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userDrawn="1">
  <p:cSld name="Cover - Picture 04">
    <p:spTree>
      <p:nvGrpSpPr>
        <p:cNvPr id="1" name=""/>
        <p:cNvGrpSpPr/>
        <p:nvPr/>
      </p:nvGrpSpPr>
      <p:grpSpPr>
        <a:xfrm>
          <a:off x="0" y="0"/>
          <a:ext cx="0" cy="0"/>
          <a:chOff x="0" y="0"/>
          <a:chExt cx="0" cy="0"/>
        </a:xfrm>
      </p:grpSpPr>
      <p:pic>
        <p:nvPicPr>
          <p:cNvPr id="3" name="Picture Placeholder 7">
            <a:extLst>
              <a:ext uri="{FF2B5EF4-FFF2-40B4-BE49-F238E27FC236}">
                <a16:creationId xmlns:a16="http://schemas.microsoft.com/office/drawing/2014/main" id="{D7A595AB-CC15-2FA8-C482-AC558197EFB8}"/>
              </a:ext>
            </a:extLst>
          </p:cNvPr>
          <p:cNvPicPr>
            <a:picLocks noChangeAspect="1"/>
          </p:cNvPicPr>
          <p:nvPr userDrawn="1"/>
        </p:nvPicPr>
        <p:blipFill rotWithShape="1">
          <a:blip r:embed="rId2"/>
          <a:srcRect t="49765" b="10794"/>
          <a:stretch/>
        </p:blipFill>
        <p:spPr>
          <a:xfrm>
            <a:off x="0" y="3105150"/>
            <a:ext cx="12192000" cy="3206750"/>
          </a:xfrm>
          <a:prstGeom prst="rect">
            <a:avLst/>
          </a:prstGeom>
        </p:spPr>
      </p:pic>
      <p:pic>
        <p:nvPicPr>
          <p:cNvPr id="12" name="Picture 11">
            <a:extLst>
              <a:ext uri="{FF2B5EF4-FFF2-40B4-BE49-F238E27FC236}">
                <a16:creationId xmlns:a16="http://schemas.microsoft.com/office/drawing/2014/main" id="{B207529E-6C19-0303-467C-B269480681A4}"/>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9605433" y="414285"/>
            <a:ext cx="2169585" cy="618384"/>
          </a:xfrm>
          <a:prstGeom prst="rect">
            <a:avLst/>
          </a:prstGeom>
        </p:spPr>
      </p:pic>
      <p:sp>
        <p:nvSpPr>
          <p:cNvPr id="9" name="Text Placeholder 13">
            <a:extLst>
              <a:ext uri="{FF2B5EF4-FFF2-40B4-BE49-F238E27FC236}">
                <a16:creationId xmlns:a16="http://schemas.microsoft.com/office/drawing/2014/main" id="{69A75072-2F22-3534-8B5D-5181D651E069}"/>
              </a:ext>
            </a:extLst>
          </p:cNvPr>
          <p:cNvSpPr>
            <a:spLocks noGrp="1"/>
          </p:cNvSpPr>
          <p:nvPr>
            <p:ph type="body" sz="quarter" idx="10"/>
          </p:nvPr>
        </p:nvSpPr>
        <p:spPr>
          <a:xfrm>
            <a:off x="1219958" y="1130678"/>
            <a:ext cx="10548938" cy="1681162"/>
          </a:xfrm>
          <a:prstGeom prst="rect">
            <a:avLst/>
          </a:prstGeom>
        </p:spPr>
        <p:txBody>
          <a:bodyPr/>
          <a:lstStyle>
            <a:lvl1pPr marL="0" indent="0">
              <a:buNone/>
              <a:defRPr sz="3500">
                <a:solidFill>
                  <a:schemeClr val="tx1"/>
                </a:solidFill>
              </a:defRPr>
            </a:lvl1pPr>
            <a:lvl2pPr marL="0" indent="0">
              <a:spcAft>
                <a:spcPts val="600"/>
              </a:spcAft>
              <a:buNone/>
              <a:defRPr sz="2800">
                <a:solidFill>
                  <a:schemeClr val="accent1"/>
                </a:solidFill>
              </a:defRPr>
            </a:lvl2pPr>
            <a:lvl3pPr marL="0" indent="0">
              <a:buNone/>
              <a:defRPr/>
            </a:lvl3pPr>
          </a:lstStyle>
          <a:p>
            <a:pPr lvl="0"/>
            <a:r>
              <a:rPr lang="en-US"/>
              <a:t>Edit Master text styles</a:t>
            </a:r>
          </a:p>
          <a:p>
            <a:pPr lvl="1"/>
            <a:r>
              <a:rPr lang="en-US"/>
              <a:t>Second level</a:t>
            </a:r>
          </a:p>
          <a:p>
            <a:pPr lvl="2"/>
            <a:r>
              <a:rPr lang="en-US"/>
              <a:t>Third level</a:t>
            </a:r>
          </a:p>
        </p:txBody>
      </p:sp>
      <p:grpSp>
        <p:nvGrpSpPr>
          <p:cNvPr id="10" name="Group 9">
            <a:extLst>
              <a:ext uri="{FF2B5EF4-FFF2-40B4-BE49-F238E27FC236}">
                <a16:creationId xmlns:a16="http://schemas.microsoft.com/office/drawing/2014/main" id="{03807B2E-35F5-F6AD-7769-B5D807FB7057}"/>
              </a:ext>
            </a:extLst>
          </p:cNvPr>
          <p:cNvGrpSpPr/>
          <p:nvPr userDrawn="1"/>
        </p:nvGrpSpPr>
        <p:grpSpPr>
          <a:xfrm>
            <a:off x="-3" y="3038348"/>
            <a:ext cx="12196766" cy="88429"/>
            <a:chOff x="-3" y="595771"/>
            <a:chExt cx="9144003" cy="66296"/>
          </a:xfrm>
        </p:grpSpPr>
        <p:sp>
          <p:nvSpPr>
            <p:cNvPr id="13" name="正方形/長方形 11">
              <a:extLst>
                <a:ext uri="{FF2B5EF4-FFF2-40B4-BE49-F238E27FC236}">
                  <a16:creationId xmlns:a16="http://schemas.microsoft.com/office/drawing/2014/main" id="{DDD6AF08-975C-9277-A4FA-107AF073F75F}"/>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15" name="グループ化 62">
              <a:extLst>
                <a:ext uri="{FF2B5EF4-FFF2-40B4-BE49-F238E27FC236}">
                  <a16:creationId xmlns:a16="http://schemas.microsoft.com/office/drawing/2014/main" id="{F1419256-3B31-029B-D5E7-344E3117D258}"/>
                </a:ext>
              </a:extLst>
            </p:cNvPr>
            <p:cNvGrpSpPr/>
            <p:nvPr userDrawn="1"/>
          </p:nvGrpSpPr>
          <p:grpSpPr bwMode="gray">
            <a:xfrm>
              <a:off x="-3" y="595771"/>
              <a:ext cx="1318393" cy="66295"/>
              <a:chOff x="312738" y="2747958"/>
              <a:chExt cx="1970087" cy="109542"/>
            </a:xfrm>
          </p:grpSpPr>
          <p:sp>
            <p:nvSpPr>
              <p:cNvPr id="16" name="正方形/長方形 69">
                <a:extLst>
                  <a:ext uri="{FF2B5EF4-FFF2-40B4-BE49-F238E27FC236}">
                    <a16:creationId xmlns:a16="http://schemas.microsoft.com/office/drawing/2014/main" id="{6BB67173-CB01-23CF-E9DC-5851E7AAF6AA}"/>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17" name="正方形/長方形 70">
                <a:extLst>
                  <a:ext uri="{FF2B5EF4-FFF2-40B4-BE49-F238E27FC236}">
                    <a16:creationId xmlns:a16="http://schemas.microsoft.com/office/drawing/2014/main" id="{BF147291-A170-5DBA-3F67-AE5321EBE022}"/>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2" name="Text Placeholder 9">
            <a:extLst>
              <a:ext uri="{FF2B5EF4-FFF2-40B4-BE49-F238E27FC236}">
                <a16:creationId xmlns:a16="http://schemas.microsoft.com/office/drawing/2014/main" id="{BFDB2CDA-6B37-A2D4-CA6A-4331692964F3}"/>
              </a:ext>
            </a:extLst>
          </p:cNvPr>
          <p:cNvSpPr>
            <a:spLocks noGrp="1"/>
          </p:cNvSpPr>
          <p:nvPr>
            <p:ph type="body" sz="quarter" idx="11" hasCustomPrompt="1"/>
          </p:nvPr>
        </p:nvSpPr>
        <p:spPr>
          <a:xfrm>
            <a:off x="300038" y="6375593"/>
            <a:ext cx="11591925" cy="360363"/>
          </a:xfrm>
        </p:spPr>
        <p:txBody>
          <a:bodyPr anchor="ctr">
            <a:normAutofit/>
          </a:bodyPr>
          <a:lstStyle>
            <a:lvl1pPr algn="ctr">
              <a:defRPr sz="1050" b="0">
                <a:solidFill>
                  <a:schemeClr val="tx1"/>
                </a:solidFill>
              </a:defRPr>
            </a:lvl1pPr>
          </a:lstStyle>
          <a:p>
            <a:pPr lvl="0"/>
            <a:r>
              <a:rPr lang="en-US" dirty="0"/>
              <a:t>Click to edit footer</a:t>
            </a:r>
          </a:p>
        </p:txBody>
      </p:sp>
    </p:spTree>
    <p:extLst>
      <p:ext uri="{BB962C8B-B14F-4D97-AF65-F5344CB8AC3E}">
        <p14:creationId xmlns:p14="http://schemas.microsoft.com/office/powerpoint/2010/main" val="318919721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pos="846">
          <p15:clr>
            <a:srgbClr val="C35EA4"/>
          </p15:clr>
        </p15:guide>
        <p15:guide id="2" pos="7491">
          <p15:clr>
            <a:srgbClr val="C35EA4"/>
          </p15:clr>
        </p15:guide>
        <p15:guide id="3" orient="horz" pos="1956">
          <p15:clr>
            <a:srgbClr val="C35EA4"/>
          </p15:clr>
        </p15:guide>
        <p15:guide id="4" orient="horz" pos="709">
          <p15:clr>
            <a:srgbClr val="C35EA4"/>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preserve="1" userDrawn="1">
  <p:cSld name="Cover - Blank">
    <p:spTree>
      <p:nvGrpSpPr>
        <p:cNvPr id="1" name=""/>
        <p:cNvGrpSpPr/>
        <p:nvPr/>
      </p:nvGrpSpPr>
      <p:grpSpPr>
        <a:xfrm>
          <a:off x="0" y="0"/>
          <a:ext cx="0" cy="0"/>
          <a:chOff x="0" y="0"/>
          <a:chExt cx="0" cy="0"/>
        </a:xfrm>
      </p:grpSpPr>
      <p:grpSp>
        <p:nvGrpSpPr>
          <p:cNvPr id="13" name="Group 12">
            <a:extLst>
              <a:ext uri="{FF2B5EF4-FFF2-40B4-BE49-F238E27FC236}">
                <a16:creationId xmlns:a16="http://schemas.microsoft.com/office/drawing/2014/main" id="{598C752D-0ECF-77FD-76DA-EB22937ACCF9}"/>
              </a:ext>
            </a:extLst>
          </p:cNvPr>
          <p:cNvGrpSpPr/>
          <p:nvPr userDrawn="1"/>
        </p:nvGrpSpPr>
        <p:grpSpPr>
          <a:xfrm>
            <a:off x="-3" y="3355848"/>
            <a:ext cx="12196766" cy="88429"/>
            <a:chOff x="-3" y="595771"/>
            <a:chExt cx="9144003" cy="66296"/>
          </a:xfrm>
        </p:grpSpPr>
        <p:sp>
          <p:nvSpPr>
            <p:cNvPr id="15" name="正方形/長方形 11">
              <a:extLst>
                <a:ext uri="{FF2B5EF4-FFF2-40B4-BE49-F238E27FC236}">
                  <a16:creationId xmlns:a16="http://schemas.microsoft.com/office/drawing/2014/main" id="{DDF112EA-1695-A65A-70AC-9A12D45EE1A6}"/>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16" name="グループ化 62">
              <a:extLst>
                <a:ext uri="{FF2B5EF4-FFF2-40B4-BE49-F238E27FC236}">
                  <a16:creationId xmlns:a16="http://schemas.microsoft.com/office/drawing/2014/main" id="{6E56AB45-BD27-BEE0-C1E9-8BCE1933105D}"/>
                </a:ext>
              </a:extLst>
            </p:cNvPr>
            <p:cNvGrpSpPr/>
            <p:nvPr userDrawn="1"/>
          </p:nvGrpSpPr>
          <p:grpSpPr bwMode="gray">
            <a:xfrm>
              <a:off x="-3" y="595771"/>
              <a:ext cx="1318393" cy="66295"/>
              <a:chOff x="312738" y="2747958"/>
              <a:chExt cx="1970087" cy="109542"/>
            </a:xfrm>
          </p:grpSpPr>
          <p:sp>
            <p:nvSpPr>
              <p:cNvPr id="17" name="正方形/長方形 69">
                <a:extLst>
                  <a:ext uri="{FF2B5EF4-FFF2-40B4-BE49-F238E27FC236}">
                    <a16:creationId xmlns:a16="http://schemas.microsoft.com/office/drawing/2014/main" id="{AADBFE36-9AF4-8B25-960F-4E67E6C1CF22}"/>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18" name="正方形/長方形 70">
                <a:extLst>
                  <a:ext uri="{FF2B5EF4-FFF2-40B4-BE49-F238E27FC236}">
                    <a16:creationId xmlns:a16="http://schemas.microsoft.com/office/drawing/2014/main" id="{F89DD557-C16C-35D5-9F6F-33CF9F0293D4}"/>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2" name="Picture 1">
            <a:extLst>
              <a:ext uri="{FF2B5EF4-FFF2-40B4-BE49-F238E27FC236}">
                <a16:creationId xmlns:a16="http://schemas.microsoft.com/office/drawing/2014/main" id="{2F72355C-6D67-15D3-9BD9-478223FCBDC8}"/>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5433" y="414285"/>
            <a:ext cx="2169585" cy="618384"/>
          </a:xfrm>
          <a:prstGeom prst="rect">
            <a:avLst/>
          </a:prstGeom>
        </p:spPr>
      </p:pic>
      <p:sp>
        <p:nvSpPr>
          <p:cNvPr id="5" name="Text Placeholder 13">
            <a:extLst>
              <a:ext uri="{FF2B5EF4-FFF2-40B4-BE49-F238E27FC236}">
                <a16:creationId xmlns:a16="http://schemas.microsoft.com/office/drawing/2014/main" id="{3CD31BAB-FF08-9D89-54C7-D25C1FFA6BD2}"/>
              </a:ext>
            </a:extLst>
          </p:cNvPr>
          <p:cNvSpPr>
            <a:spLocks noGrp="1"/>
          </p:cNvSpPr>
          <p:nvPr>
            <p:ph type="body" sz="quarter" idx="10"/>
          </p:nvPr>
        </p:nvSpPr>
        <p:spPr>
          <a:xfrm>
            <a:off x="1219958" y="1130678"/>
            <a:ext cx="10548938" cy="1681162"/>
          </a:xfrm>
          <a:prstGeom prst="rect">
            <a:avLst/>
          </a:prstGeom>
        </p:spPr>
        <p:txBody>
          <a:bodyPr/>
          <a:lstStyle>
            <a:lvl1pPr marL="0" indent="0">
              <a:buNone/>
              <a:defRPr sz="3500">
                <a:solidFill>
                  <a:schemeClr val="tx1"/>
                </a:solidFill>
              </a:defRPr>
            </a:lvl1pPr>
            <a:lvl2pPr marL="0" indent="0">
              <a:spcAft>
                <a:spcPts val="600"/>
              </a:spcAft>
              <a:buNone/>
              <a:defRPr sz="2800">
                <a:solidFill>
                  <a:schemeClr val="accent1"/>
                </a:solidFill>
              </a:defRPr>
            </a:lvl2pPr>
            <a:lvl3pPr marL="0" indent="0">
              <a:buNone/>
              <a:defRPr/>
            </a:lvl3pPr>
          </a:lstStyle>
          <a:p>
            <a:pPr lvl="0"/>
            <a:r>
              <a:rPr lang="en-US"/>
              <a:t>Edit Master text styles</a:t>
            </a:r>
          </a:p>
          <a:p>
            <a:pPr lvl="1"/>
            <a:r>
              <a:rPr lang="en-US"/>
              <a:t>Second level</a:t>
            </a:r>
          </a:p>
          <a:p>
            <a:pPr lvl="2"/>
            <a:r>
              <a:rPr lang="en-US"/>
              <a:t>Third level</a:t>
            </a:r>
          </a:p>
        </p:txBody>
      </p:sp>
      <p:sp>
        <p:nvSpPr>
          <p:cNvPr id="3" name="Text Placeholder 9">
            <a:extLst>
              <a:ext uri="{FF2B5EF4-FFF2-40B4-BE49-F238E27FC236}">
                <a16:creationId xmlns:a16="http://schemas.microsoft.com/office/drawing/2014/main" id="{8D0249F9-0AAC-59F3-91A6-D4DD56768F41}"/>
              </a:ext>
            </a:extLst>
          </p:cNvPr>
          <p:cNvSpPr>
            <a:spLocks noGrp="1"/>
          </p:cNvSpPr>
          <p:nvPr>
            <p:ph type="body" sz="quarter" idx="11" hasCustomPrompt="1"/>
          </p:nvPr>
        </p:nvSpPr>
        <p:spPr>
          <a:xfrm>
            <a:off x="300038" y="6375593"/>
            <a:ext cx="11591925" cy="360363"/>
          </a:xfrm>
        </p:spPr>
        <p:txBody>
          <a:bodyPr anchor="ctr">
            <a:normAutofit/>
          </a:bodyPr>
          <a:lstStyle>
            <a:lvl1pPr algn="ctr">
              <a:defRPr sz="1050" b="0">
                <a:solidFill>
                  <a:schemeClr val="tx1"/>
                </a:solidFill>
              </a:defRPr>
            </a:lvl1pPr>
          </a:lstStyle>
          <a:p>
            <a:pPr lvl="0"/>
            <a:r>
              <a:rPr lang="en-US" dirty="0"/>
              <a:t>Click to edit footer</a:t>
            </a:r>
          </a:p>
        </p:txBody>
      </p:sp>
    </p:spTree>
    <p:extLst>
      <p:ext uri="{BB962C8B-B14F-4D97-AF65-F5344CB8AC3E}">
        <p14:creationId xmlns:p14="http://schemas.microsoft.com/office/powerpoint/2010/main" val="1424148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846">
          <p15:clr>
            <a:srgbClr val="C35EA4"/>
          </p15:clr>
        </p15:guide>
        <p15:guide id="6" pos="7491">
          <p15:clr>
            <a:srgbClr val="C35EA4"/>
          </p15:clr>
        </p15:guide>
        <p15:guide id="7" orient="horz" pos="1842" userDrawn="1">
          <p15:clr>
            <a:srgbClr val="C35EA4"/>
          </p15:clr>
        </p15:guide>
        <p15:guide id="8" orient="horz" pos="709">
          <p15:clr>
            <a:srgbClr val="C35EA4"/>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preserve="1" userDrawn="1">
  <p:cSld name="Cover - Colour Block">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6E74E85E-69C4-736B-2125-EA68BD1E0F5A}"/>
              </a:ext>
            </a:extLst>
          </p:cNvPr>
          <p:cNvSpPr/>
          <p:nvPr/>
        </p:nvSpPr>
        <p:spPr bwMode="auto">
          <a:xfrm>
            <a:off x="-1" y="3355848"/>
            <a:ext cx="12192001" cy="3502152"/>
          </a:xfrm>
          <a:prstGeom prst="rect">
            <a:avLst/>
          </a:prstGeom>
          <a:solidFill>
            <a:srgbClr val="101A1C"/>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Tx/>
              <a:buNone/>
              <a:tabLst/>
            </a:pPr>
            <a:endParaRPr kumimoji="1" lang="en-US" sz="2600" b="0" i="0" u="none" strike="noStrike" cap="none" normalizeH="0" baseline="0">
              <a:ln>
                <a:noFill/>
              </a:ln>
              <a:solidFill>
                <a:schemeClr val="tx2"/>
              </a:solidFill>
              <a:effectLst/>
              <a:latin typeface="HGPｺﾞｼｯｸE" pitchFamily="50" charset="-128"/>
              <a:ea typeface="HGPｺﾞｼｯｸE" pitchFamily="50" charset="-128"/>
            </a:endParaRPr>
          </a:p>
        </p:txBody>
      </p:sp>
      <p:sp>
        <p:nvSpPr>
          <p:cNvPr id="11" name="Footer Placeholder 6">
            <a:extLst>
              <a:ext uri="{FF2B5EF4-FFF2-40B4-BE49-F238E27FC236}">
                <a16:creationId xmlns:a16="http://schemas.microsoft.com/office/drawing/2014/main" id="{CCA1939F-B79C-24F8-FC95-9F6BF7AECADE}"/>
              </a:ext>
            </a:extLst>
          </p:cNvPr>
          <p:cNvSpPr>
            <a:spLocks noGrp="1"/>
          </p:cNvSpPr>
          <p:nvPr>
            <p:ph type="ftr" sz="quarter" idx="3"/>
          </p:nvPr>
        </p:nvSpPr>
        <p:spPr>
          <a:xfrm>
            <a:off x="9275975" y="6328069"/>
            <a:ext cx="2714134" cy="365125"/>
          </a:xfrm>
          <a:prstGeom prst="rect">
            <a:avLst/>
          </a:prstGeom>
        </p:spPr>
        <p:txBody>
          <a:bodyPr vert="horz" lIns="91440" tIns="45720" rIns="91440" bIns="45720" rtlCol="0" anchor="ctr"/>
          <a:lstStyle>
            <a:lvl1pPr algn="r">
              <a:defRPr sz="900">
                <a:solidFill>
                  <a:schemeClr val="bg1"/>
                </a:solidFill>
              </a:defRPr>
            </a:lvl1pPr>
          </a:lstStyle>
          <a:p>
            <a:r>
              <a:rPr lang="en-GB" altLang="ja-JP"/>
              <a:t>© Hitachi Rail Limited 2024. All rights reserved.</a:t>
            </a:r>
            <a:endParaRPr lang="en-US" altLang="ja-JP"/>
          </a:p>
        </p:txBody>
      </p:sp>
      <p:sp>
        <p:nvSpPr>
          <p:cNvPr id="2" name="Rectangle 1">
            <a:extLst>
              <a:ext uri="{FF2B5EF4-FFF2-40B4-BE49-F238E27FC236}">
                <a16:creationId xmlns:a16="http://schemas.microsoft.com/office/drawing/2014/main" id="{96A4B2BC-98F4-EBBE-CF43-DFC81EB6248F}"/>
              </a:ext>
            </a:extLst>
          </p:cNvPr>
          <p:cNvSpPr/>
          <p:nvPr userDrawn="1"/>
        </p:nvSpPr>
        <p:spPr bwMode="auto">
          <a:xfrm>
            <a:off x="-1" y="3355848"/>
            <a:ext cx="12192001" cy="3502152"/>
          </a:xfrm>
          <a:prstGeom prst="rect">
            <a:avLst/>
          </a:prstGeom>
          <a:solidFill>
            <a:srgbClr val="101A1C"/>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Tx/>
              <a:buNone/>
              <a:tabLst/>
            </a:pPr>
            <a:endParaRPr kumimoji="1" lang="en-US" sz="2600" b="0" i="0" u="none" strike="noStrike" cap="none" normalizeH="0" baseline="0">
              <a:ln>
                <a:noFill/>
              </a:ln>
              <a:solidFill>
                <a:schemeClr val="tx2"/>
              </a:solidFill>
              <a:effectLst/>
              <a:latin typeface="HGPｺﾞｼｯｸE" pitchFamily="50" charset="-128"/>
              <a:ea typeface="HGPｺﾞｼｯｸE" pitchFamily="50" charset="-128"/>
            </a:endParaRPr>
          </a:p>
        </p:txBody>
      </p:sp>
      <p:grpSp>
        <p:nvGrpSpPr>
          <p:cNvPr id="13" name="Group 12">
            <a:extLst>
              <a:ext uri="{FF2B5EF4-FFF2-40B4-BE49-F238E27FC236}">
                <a16:creationId xmlns:a16="http://schemas.microsoft.com/office/drawing/2014/main" id="{89969951-9FC1-5244-2EDC-407E74B97097}"/>
              </a:ext>
            </a:extLst>
          </p:cNvPr>
          <p:cNvGrpSpPr/>
          <p:nvPr userDrawn="1"/>
        </p:nvGrpSpPr>
        <p:grpSpPr>
          <a:xfrm>
            <a:off x="-3" y="3355848"/>
            <a:ext cx="12196766" cy="88429"/>
            <a:chOff x="-3" y="595771"/>
            <a:chExt cx="9144003" cy="66296"/>
          </a:xfrm>
        </p:grpSpPr>
        <p:sp>
          <p:nvSpPr>
            <p:cNvPr id="16" name="正方形/長方形 11">
              <a:extLst>
                <a:ext uri="{FF2B5EF4-FFF2-40B4-BE49-F238E27FC236}">
                  <a16:creationId xmlns:a16="http://schemas.microsoft.com/office/drawing/2014/main" id="{6CBE7619-8624-EF7C-AA65-AA89444FC79C}"/>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19" name="グループ化 62">
              <a:extLst>
                <a:ext uri="{FF2B5EF4-FFF2-40B4-BE49-F238E27FC236}">
                  <a16:creationId xmlns:a16="http://schemas.microsoft.com/office/drawing/2014/main" id="{D89759FF-C5D7-C3FB-2699-073771834198}"/>
                </a:ext>
              </a:extLst>
            </p:cNvPr>
            <p:cNvGrpSpPr/>
            <p:nvPr userDrawn="1"/>
          </p:nvGrpSpPr>
          <p:grpSpPr bwMode="gray">
            <a:xfrm>
              <a:off x="-3" y="595771"/>
              <a:ext cx="1318393" cy="66295"/>
              <a:chOff x="312738" y="2747958"/>
              <a:chExt cx="1970087" cy="109542"/>
            </a:xfrm>
          </p:grpSpPr>
          <p:sp>
            <p:nvSpPr>
              <p:cNvPr id="20" name="正方形/長方形 69">
                <a:extLst>
                  <a:ext uri="{FF2B5EF4-FFF2-40B4-BE49-F238E27FC236}">
                    <a16:creationId xmlns:a16="http://schemas.microsoft.com/office/drawing/2014/main" id="{765B6FDD-3036-2E9C-A821-24DE6D45F282}"/>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21" name="正方形/長方形 70">
                <a:extLst>
                  <a:ext uri="{FF2B5EF4-FFF2-40B4-BE49-F238E27FC236}">
                    <a16:creationId xmlns:a16="http://schemas.microsoft.com/office/drawing/2014/main" id="{DAFFB5E2-33D8-9D24-1D50-D207A3F8C798}"/>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3" name="Picture 2">
            <a:extLst>
              <a:ext uri="{FF2B5EF4-FFF2-40B4-BE49-F238E27FC236}">
                <a16:creationId xmlns:a16="http://schemas.microsoft.com/office/drawing/2014/main" id="{34C43290-D4DA-7E43-582E-62F5A2ED39C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9605433" y="414285"/>
            <a:ext cx="2169585" cy="618384"/>
          </a:xfrm>
          <a:prstGeom prst="rect">
            <a:avLst/>
          </a:prstGeom>
        </p:spPr>
      </p:pic>
      <p:sp>
        <p:nvSpPr>
          <p:cNvPr id="6" name="Text Placeholder 13">
            <a:extLst>
              <a:ext uri="{FF2B5EF4-FFF2-40B4-BE49-F238E27FC236}">
                <a16:creationId xmlns:a16="http://schemas.microsoft.com/office/drawing/2014/main" id="{2E420C7F-9F42-299B-C0FE-74ADB8E0A848}"/>
              </a:ext>
            </a:extLst>
          </p:cNvPr>
          <p:cNvSpPr>
            <a:spLocks noGrp="1"/>
          </p:cNvSpPr>
          <p:nvPr>
            <p:ph type="body" sz="quarter" idx="10"/>
          </p:nvPr>
        </p:nvSpPr>
        <p:spPr>
          <a:xfrm>
            <a:off x="1219958" y="1130678"/>
            <a:ext cx="10548938" cy="1681162"/>
          </a:xfrm>
          <a:prstGeom prst="rect">
            <a:avLst/>
          </a:prstGeom>
        </p:spPr>
        <p:txBody>
          <a:bodyPr/>
          <a:lstStyle>
            <a:lvl1pPr marL="0" indent="0">
              <a:buNone/>
              <a:defRPr sz="3500">
                <a:solidFill>
                  <a:schemeClr val="tx1"/>
                </a:solidFill>
              </a:defRPr>
            </a:lvl1pPr>
            <a:lvl2pPr marL="0" indent="0">
              <a:spcAft>
                <a:spcPts val="600"/>
              </a:spcAft>
              <a:buNone/>
              <a:defRPr sz="2800">
                <a:solidFill>
                  <a:schemeClr val="accent1"/>
                </a:solidFill>
              </a:defRPr>
            </a:lvl2pPr>
            <a:lvl3pPr marL="0" indent="0">
              <a:buNone/>
              <a:defRPr/>
            </a:lvl3pPr>
          </a:lstStyle>
          <a:p>
            <a:pPr lvl="0"/>
            <a:r>
              <a:rPr lang="en-US"/>
              <a:t>Edit Master text styles</a:t>
            </a:r>
          </a:p>
          <a:p>
            <a:pPr lvl="1"/>
            <a:r>
              <a:rPr lang="en-US"/>
              <a:t>Second level</a:t>
            </a:r>
          </a:p>
          <a:p>
            <a:pPr lvl="2"/>
            <a:r>
              <a:rPr lang="en-US"/>
              <a:t>Third level</a:t>
            </a:r>
          </a:p>
        </p:txBody>
      </p:sp>
      <p:sp>
        <p:nvSpPr>
          <p:cNvPr id="4" name="Text Placeholder 9">
            <a:extLst>
              <a:ext uri="{FF2B5EF4-FFF2-40B4-BE49-F238E27FC236}">
                <a16:creationId xmlns:a16="http://schemas.microsoft.com/office/drawing/2014/main" id="{64BCB65E-5DBE-C593-6752-1B3927C6C593}"/>
              </a:ext>
            </a:extLst>
          </p:cNvPr>
          <p:cNvSpPr>
            <a:spLocks noGrp="1"/>
          </p:cNvSpPr>
          <p:nvPr>
            <p:ph type="body" sz="quarter" idx="11" hasCustomPrompt="1"/>
          </p:nvPr>
        </p:nvSpPr>
        <p:spPr>
          <a:xfrm>
            <a:off x="300038" y="6375593"/>
            <a:ext cx="11591925" cy="360363"/>
          </a:xfrm>
        </p:spPr>
        <p:txBody>
          <a:bodyPr anchor="ctr">
            <a:normAutofit/>
          </a:bodyPr>
          <a:lstStyle>
            <a:lvl1pPr algn="ctr">
              <a:defRPr sz="1050" b="0">
                <a:solidFill>
                  <a:schemeClr val="bg1"/>
                </a:solidFill>
              </a:defRPr>
            </a:lvl1pPr>
          </a:lstStyle>
          <a:p>
            <a:pPr lvl="0"/>
            <a:r>
              <a:rPr lang="en-US" dirty="0"/>
              <a:t>Click to edit footer</a:t>
            </a:r>
          </a:p>
        </p:txBody>
      </p:sp>
    </p:spTree>
    <p:extLst>
      <p:ext uri="{BB962C8B-B14F-4D97-AF65-F5344CB8AC3E}">
        <p14:creationId xmlns:p14="http://schemas.microsoft.com/office/powerpoint/2010/main" val="465232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846">
          <p15:clr>
            <a:srgbClr val="C35EA4"/>
          </p15:clr>
        </p15:guide>
        <p15:guide id="6" pos="7491">
          <p15:clr>
            <a:srgbClr val="C35EA4"/>
          </p15:clr>
        </p15:guide>
        <p15:guide id="7" orient="horz" pos="1956">
          <p15:clr>
            <a:srgbClr val="C35EA4"/>
          </p15:clr>
        </p15:guide>
        <p15:guide id="8" orient="horz" pos="709">
          <p15:clr>
            <a:srgbClr val="C35EA4"/>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Agenda">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AB77562-D059-1A26-109C-33B572F90372}"/>
              </a:ext>
            </a:extLst>
          </p:cNvPr>
          <p:cNvSpPr/>
          <p:nvPr userDrawn="1"/>
        </p:nvSpPr>
        <p:spPr>
          <a:xfrm>
            <a:off x="0" y="1"/>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3">
            <a:extLst>
              <a:ext uri="{FF2B5EF4-FFF2-40B4-BE49-F238E27FC236}">
                <a16:creationId xmlns:a16="http://schemas.microsoft.com/office/drawing/2014/main" id="{7C420878-22D9-343F-6C04-80D7CAB722DE}"/>
              </a:ext>
            </a:extLst>
          </p:cNvPr>
          <p:cNvSpPr>
            <a:spLocks noGrp="1"/>
          </p:cNvSpPr>
          <p:nvPr>
            <p:ph type="body" sz="quarter" idx="10"/>
          </p:nvPr>
        </p:nvSpPr>
        <p:spPr>
          <a:xfrm>
            <a:off x="300039" y="1238933"/>
            <a:ext cx="2537165" cy="5069792"/>
          </a:xfrm>
          <a:prstGeom prst="rect">
            <a:avLst/>
          </a:prstGeom>
        </p:spPr>
        <p:txBody>
          <a:bodyPr anchor="t"/>
          <a:lstStyle>
            <a:lvl1pPr marL="0" indent="0">
              <a:buNone/>
              <a:defRPr sz="3500">
                <a:solidFill>
                  <a:schemeClr val="bg1"/>
                </a:solidFill>
              </a:defRPr>
            </a:lvl1pPr>
            <a:lvl2pPr marL="0" indent="0">
              <a:spcAft>
                <a:spcPts val="2400"/>
              </a:spcAft>
              <a:buNone/>
              <a:defRPr sz="2800">
                <a:solidFill>
                  <a:schemeClr val="accent1"/>
                </a:solidFill>
              </a:defRPr>
            </a:lvl2pPr>
            <a:lvl3pPr marL="0" indent="0">
              <a:buNone/>
              <a:defRPr>
                <a:solidFill>
                  <a:schemeClr val="bg1"/>
                </a:solidFill>
              </a:defRPr>
            </a:lvl3pPr>
          </a:lstStyle>
          <a:p>
            <a:pPr lvl="0"/>
            <a:r>
              <a:rPr lang="en-US"/>
              <a:t>Edit Master text styles</a:t>
            </a:r>
          </a:p>
          <a:p>
            <a:pPr lvl="1"/>
            <a:r>
              <a:rPr lang="en-US"/>
              <a:t>Second level</a:t>
            </a:r>
          </a:p>
          <a:p>
            <a:pPr lvl="2"/>
            <a:r>
              <a:rPr lang="en-US"/>
              <a:t>Third level</a:t>
            </a:r>
          </a:p>
        </p:txBody>
      </p:sp>
      <p:grpSp>
        <p:nvGrpSpPr>
          <p:cNvPr id="13" name="Group 12">
            <a:extLst>
              <a:ext uri="{FF2B5EF4-FFF2-40B4-BE49-F238E27FC236}">
                <a16:creationId xmlns:a16="http://schemas.microsoft.com/office/drawing/2014/main" id="{0D1C70F2-F108-E976-15CD-4134A4CD3B75}"/>
              </a:ext>
            </a:extLst>
          </p:cNvPr>
          <p:cNvGrpSpPr/>
          <p:nvPr userDrawn="1"/>
        </p:nvGrpSpPr>
        <p:grpSpPr>
          <a:xfrm>
            <a:off x="-3" y="900892"/>
            <a:ext cx="12196766" cy="88429"/>
            <a:chOff x="-3" y="595771"/>
            <a:chExt cx="9144003" cy="66296"/>
          </a:xfrm>
        </p:grpSpPr>
        <p:sp>
          <p:nvSpPr>
            <p:cNvPr id="14" name="正方形/長方形 11">
              <a:extLst>
                <a:ext uri="{FF2B5EF4-FFF2-40B4-BE49-F238E27FC236}">
                  <a16:creationId xmlns:a16="http://schemas.microsoft.com/office/drawing/2014/main" id="{8364E234-3AFB-B7C2-8961-C3E317A7CA3B}"/>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15" name="グループ化 62">
              <a:extLst>
                <a:ext uri="{FF2B5EF4-FFF2-40B4-BE49-F238E27FC236}">
                  <a16:creationId xmlns:a16="http://schemas.microsoft.com/office/drawing/2014/main" id="{FCE79561-5086-A073-9E60-7F3B1BE4A89D}"/>
                </a:ext>
              </a:extLst>
            </p:cNvPr>
            <p:cNvGrpSpPr/>
            <p:nvPr userDrawn="1"/>
          </p:nvGrpSpPr>
          <p:grpSpPr bwMode="gray">
            <a:xfrm>
              <a:off x="-3" y="595771"/>
              <a:ext cx="1318393" cy="66295"/>
              <a:chOff x="312738" y="2747958"/>
              <a:chExt cx="1970087" cy="109542"/>
            </a:xfrm>
          </p:grpSpPr>
          <p:sp>
            <p:nvSpPr>
              <p:cNvPr id="16" name="正方形/長方形 69">
                <a:extLst>
                  <a:ext uri="{FF2B5EF4-FFF2-40B4-BE49-F238E27FC236}">
                    <a16:creationId xmlns:a16="http://schemas.microsoft.com/office/drawing/2014/main" id="{9E1A06D7-FDA5-F7D5-B087-FD68DB8442B5}"/>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20" name="正方形/長方形 70">
                <a:extLst>
                  <a:ext uri="{FF2B5EF4-FFF2-40B4-BE49-F238E27FC236}">
                    <a16:creationId xmlns:a16="http://schemas.microsoft.com/office/drawing/2014/main" id="{E5F2CE54-9189-1F3C-B8E3-E56DF5868798}"/>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pic>
        <p:nvPicPr>
          <p:cNvPr id="5" name="Picture 4">
            <a:extLst>
              <a:ext uri="{FF2B5EF4-FFF2-40B4-BE49-F238E27FC236}">
                <a16:creationId xmlns:a16="http://schemas.microsoft.com/office/drawing/2014/main" id="{2792DB08-5041-F510-ED26-792F2DE1EE5B}"/>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379075" y="268958"/>
            <a:ext cx="1518354" cy="432768"/>
          </a:xfrm>
          <a:prstGeom prst="rect">
            <a:avLst/>
          </a:prstGeom>
        </p:spPr>
      </p:pic>
      <p:sp>
        <p:nvSpPr>
          <p:cNvPr id="11" name="Text Placeholder 10">
            <a:extLst>
              <a:ext uri="{FF2B5EF4-FFF2-40B4-BE49-F238E27FC236}">
                <a16:creationId xmlns:a16="http://schemas.microsoft.com/office/drawing/2014/main" id="{7F208F0C-68F7-229D-2EEA-8ABF43ACE7EA}"/>
              </a:ext>
            </a:extLst>
          </p:cNvPr>
          <p:cNvSpPr>
            <a:spLocks noGrp="1"/>
          </p:cNvSpPr>
          <p:nvPr>
            <p:ph type="body" sz="quarter" idx="14" hasCustomPrompt="1"/>
          </p:nvPr>
        </p:nvSpPr>
        <p:spPr>
          <a:xfrm>
            <a:off x="10964863" y="1233487"/>
            <a:ext cx="931862" cy="576000"/>
          </a:xfrm>
        </p:spPr>
        <p:txBody>
          <a:bodyPr tIns="0" bIns="0" anchor="ctr">
            <a:normAutofit/>
          </a:bodyPr>
          <a:lstStyle>
            <a:lvl1pPr algn="ctr">
              <a:defRPr sz="2400"/>
            </a:lvl1pPr>
          </a:lstStyle>
          <a:p>
            <a:pPr lvl="0"/>
            <a:r>
              <a:rPr lang="en-US"/>
              <a:t>##</a:t>
            </a:r>
            <a:endParaRPr lang="en-GB"/>
          </a:p>
        </p:txBody>
      </p:sp>
      <p:sp>
        <p:nvSpPr>
          <p:cNvPr id="21" name="Text Placeholder 18">
            <a:extLst>
              <a:ext uri="{FF2B5EF4-FFF2-40B4-BE49-F238E27FC236}">
                <a16:creationId xmlns:a16="http://schemas.microsoft.com/office/drawing/2014/main" id="{C200E85B-76D2-D027-174E-EC4295432122}"/>
              </a:ext>
            </a:extLst>
          </p:cNvPr>
          <p:cNvSpPr>
            <a:spLocks noGrp="1"/>
          </p:cNvSpPr>
          <p:nvPr>
            <p:ph type="body" sz="quarter" idx="15"/>
          </p:nvPr>
        </p:nvSpPr>
        <p:spPr>
          <a:xfrm>
            <a:off x="3450210" y="1233487"/>
            <a:ext cx="7370762" cy="576000"/>
          </a:xfrm>
        </p:spPr>
        <p:txBody>
          <a:bodyPr tIns="0" bIns="0" anchor="ctr">
            <a:normAutofit/>
          </a:bodyPr>
          <a:lstStyle>
            <a:lvl1pPr>
              <a:defRPr lang="en-US" sz="1600" b="1" kern="1200" dirty="0" smtClean="0">
                <a:solidFill>
                  <a:schemeClr val="bg1"/>
                </a:solidFill>
                <a:latin typeface="+mn-lt"/>
                <a:ea typeface="+mn-ea"/>
                <a:cs typeface="+mn-cs"/>
              </a:defRPr>
            </a:lvl1pPr>
            <a:lvl2pPr>
              <a:defRPr lang="en-US" sz="1600" kern="1200" dirty="0" smtClean="0">
                <a:solidFill>
                  <a:schemeClr val="bg1"/>
                </a:solidFill>
                <a:latin typeface="+mn-lt"/>
                <a:ea typeface="+mn-ea"/>
                <a:cs typeface="+mn-cs"/>
              </a:defRPr>
            </a:lvl2pPr>
            <a:lvl3pPr>
              <a:defRPr/>
            </a:lvl3pPr>
          </a:lstStyle>
          <a:p>
            <a:pPr marL="0" lvl="0" indent="0" algn="l" defTabSz="914400" rtl="0" eaLnBrk="1" latinLnBrk="0" hangingPunct="1">
              <a:lnSpc>
                <a:spcPct val="90000"/>
              </a:lnSpc>
              <a:spcBef>
                <a:spcPts val="1000"/>
              </a:spcBef>
              <a:spcAft>
                <a:spcPts val="0"/>
              </a:spcAft>
              <a:buFont typeface="Arial" panose="020B0604020202020204" pitchFamily="34" charset="0"/>
              <a:buNone/>
            </a:pPr>
            <a:r>
              <a:rPr lang="en-US"/>
              <a:t>Edit Master text styles</a:t>
            </a:r>
          </a:p>
        </p:txBody>
      </p:sp>
      <p:sp>
        <p:nvSpPr>
          <p:cNvPr id="25" name="Text Placeholder 10">
            <a:extLst>
              <a:ext uri="{FF2B5EF4-FFF2-40B4-BE49-F238E27FC236}">
                <a16:creationId xmlns:a16="http://schemas.microsoft.com/office/drawing/2014/main" id="{B64FA64E-0992-15E8-B4A9-0D4912B38C3F}"/>
              </a:ext>
            </a:extLst>
          </p:cNvPr>
          <p:cNvSpPr>
            <a:spLocks noGrp="1"/>
          </p:cNvSpPr>
          <p:nvPr>
            <p:ph type="body" sz="quarter" idx="16" hasCustomPrompt="1"/>
          </p:nvPr>
        </p:nvSpPr>
        <p:spPr>
          <a:xfrm>
            <a:off x="10964863" y="1876863"/>
            <a:ext cx="931862" cy="576000"/>
          </a:xfrm>
        </p:spPr>
        <p:txBody>
          <a:bodyPr tIns="0" bIns="0" anchor="ctr">
            <a:normAutofit/>
          </a:bodyPr>
          <a:lstStyle>
            <a:lvl1pPr algn="ctr">
              <a:defRPr sz="2400"/>
            </a:lvl1pPr>
          </a:lstStyle>
          <a:p>
            <a:pPr lvl="0"/>
            <a:r>
              <a:rPr lang="en-US"/>
              <a:t>##</a:t>
            </a:r>
            <a:endParaRPr lang="en-GB"/>
          </a:p>
        </p:txBody>
      </p:sp>
      <p:sp>
        <p:nvSpPr>
          <p:cNvPr id="26" name="Text Placeholder 18">
            <a:extLst>
              <a:ext uri="{FF2B5EF4-FFF2-40B4-BE49-F238E27FC236}">
                <a16:creationId xmlns:a16="http://schemas.microsoft.com/office/drawing/2014/main" id="{C67D32B6-40E1-1308-3A40-B8D43BC49392}"/>
              </a:ext>
            </a:extLst>
          </p:cNvPr>
          <p:cNvSpPr>
            <a:spLocks noGrp="1"/>
          </p:cNvSpPr>
          <p:nvPr>
            <p:ph type="body" sz="quarter" idx="17"/>
          </p:nvPr>
        </p:nvSpPr>
        <p:spPr>
          <a:xfrm>
            <a:off x="3450210" y="1876863"/>
            <a:ext cx="7370762" cy="576000"/>
          </a:xfrm>
        </p:spPr>
        <p:txBody>
          <a:bodyPr tIns="0" bIns="0" anchor="ctr">
            <a:normAutofit/>
          </a:bodyPr>
          <a:lstStyle>
            <a:lvl1pPr>
              <a:defRPr lang="en-US" sz="1600" b="1" kern="1200" dirty="0" smtClean="0">
                <a:solidFill>
                  <a:schemeClr val="bg1"/>
                </a:solidFill>
                <a:latin typeface="+mn-lt"/>
                <a:ea typeface="+mn-ea"/>
                <a:cs typeface="+mn-cs"/>
              </a:defRPr>
            </a:lvl1pPr>
            <a:lvl2pPr>
              <a:defRPr lang="en-US" sz="1600" kern="1200" dirty="0" smtClean="0">
                <a:solidFill>
                  <a:schemeClr val="bg1"/>
                </a:solidFill>
                <a:latin typeface="+mn-lt"/>
                <a:ea typeface="+mn-ea"/>
                <a:cs typeface="+mn-cs"/>
              </a:defRPr>
            </a:lvl2pPr>
            <a:lvl3pPr>
              <a:defRPr/>
            </a:lvl3pPr>
          </a:lstStyle>
          <a:p>
            <a:pPr marL="0" lvl="0" indent="0" algn="l" defTabSz="914400" rtl="0" eaLnBrk="1" latinLnBrk="0" hangingPunct="1">
              <a:lnSpc>
                <a:spcPct val="90000"/>
              </a:lnSpc>
              <a:spcBef>
                <a:spcPts val="1000"/>
              </a:spcBef>
              <a:spcAft>
                <a:spcPts val="0"/>
              </a:spcAft>
              <a:buFont typeface="Arial" panose="020B0604020202020204" pitchFamily="34" charset="0"/>
              <a:buNone/>
            </a:pPr>
            <a:r>
              <a:rPr lang="en-US"/>
              <a:t>Edit Master text styles</a:t>
            </a:r>
          </a:p>
        </p:txBody>
      </p:sp>
      <p:sp>
        <p:nvSpPr>
          <p:cNvPr id="27" name="Text Placeholder 10">
            <a:extLst>
              <a:ext uri="{FF2B5EF4-FFF2-40B4-BE49-F238E27FC236}">
                <a16:creationId xmlns:a16="http://schemas.microsoft.com/office/drawing/2014/main" id="{2B1D67B5-20F5-6953-132F-7B6489F9EF64}"/>
              </a:ext>
            </a:extLst>
          </p:cNvPr>
          <p:cNvSpPr>
            <a:spLocks noGrp="1"/>
          </p:cNvSpPr>
          <p:nvPr>
            <p:ph type="body" sz="quarter" idx="18" hasCustomPrompt="1"/>
          </p:nvPr>
        </p:nvSpPr>
        <p:spPr>
          <a:xfrm>
            <a:off x="10964863" y="2520239"/>
            <a:ext cx="931862" cy="576000"/>
          </a:xfrm>
        </p:spPr>
        <p:txBody>
          <a:bodyPr tIns="0" bIns="0" anchor="ctr">
            <a:normAutofit/>
          </a:bodyPr>
          <a:lstStyle>
            <a:lvl1pPr algn="ctr">
              <a:defRPr sz="2400"/>
            </a:lvl1pPr>
          </a:lstStyle>
          <a:p>
            <a:pPr lvl="0"/>
            <a:r>
              <a:rPr lang="en-US"/>
              <a:t>##</a:t>
            </a:r>
            <a:endParaRPr lang="en-GB"/>
          </a:p>
        </p:txBody>
      </p:sp>
      <p:sp>
        <p:nvSpPr>
          <p:cNvPr id="28" name="Text Placeholder 18">
            <a:extLst>
              <a:ext uri="{FF2B5EF4-FFF2-40B4-BE49-F238E27FC236}">
                <a16:creationId xmlns:a16="http://schemas.microsoft.com/office/drawing/2014/main" id="{D2B7875B-5F87-D957-AD3B-7197A1EE750B}"/>
              </a:ext>
            </a:extLst>
          </p:cNvPr>
          <p:cNvSpPr>
            <a:spLocks noGrp="1"/>
          </p:cNvSpPr>
          <p:nvPr>
            <p:ph type="body" sz="quarter" idx="19"/>
          </p:nvPr>
        </p:nvSpPr>
        <p:spPr>
          <a:xfrm>
            <a:off x="3450210" y="2520239"/>
            <a:ext cx="7370762" cy="576000"/>
          </a:xfrm>
        </p:spPr>
        <p:txBody>
          <a:bodyPr tIns="0" bIns="0" anchor="ctr">
            <a:normAutofit/>
          </a:bodyPr>
          <a:lstStyle>
            <a:lvl1pPr>
              <a:defRPr lang="en-US" sz="1600" b="1" kern="1200" dirty="0" smtClean="0">
                <a:solidFill>
                  <a:schemeClr val="bg1"/>
                </a:solidFill>
                <a:latin typeface="+mn-lt"/>
                <a:ea typeface="+mn-ea"/>
                <a:cs typeface="+mn-cs"/>
              </a:defRPr>
            </a:lvl1pPr>
            <a:lvl2pPr>
              <a:defRPr lang="en-US" sz="1600" kern="1200" dirty="0" smtClean="0">
                <a:solidFill>
                  <a:schemeClr val="bg1"/>
                </a:solidFill>
                <a:latin typeface="+mn-lt"/>
                <a:ea typeface="+mn-ea"/>
                <a:cs typeface="+mn-cs"/>
              </a:defRPr>
            </a:lvl2pPr>
            <a:lvl3pPr>
              <a:defRPr/>
            </a:lvl3pPr>
          </a:lstStyle>
          <a:p>
            <a:pPr marL="0" lvl="0" indent="0" algn="l" defTabSz="914400" rtl="0" eaLnBrk="1" latinLnBrk="0" hangingPunct="1">
              <a:lnSpc>
                <a:spcPct val="90000"/>
              </a:lnSpc>
              <a:spcBef>
                <a:spcPts val="1000"/>
              </a:spcBef>
              <a:spcAft>
                <a:spcPts val="0"/>
              </a:spcAft>
              <a:buFont typeface="Arial" panose="020B0604020202020204" pitchFamily="34" charset="0"/>
              <a:buNone/>
            </a:pPr>
            <a:r>
              <a:rPr lang="en-US"/>
              <a:t>Edit Master text styles</a:t>
            </a:r>
          </a:p>
        </p:txBody>
      </p:sp>
      <p:sp>
        <p:nvSpPr>
          <p:cNvPr id="29" name="Text Placeholder 10">
            <a:extLst>
              <a:ext uri="{FF2B5EF4-FFF2-40B4-BE49-F238E27FC236}">
                <a16:creationId xmlns:a16="http://schemas.microsoft.com/office/drawing/2014/main" id="{44135AB5-BE65-DDE0-74A8-906331FFFD6E}"/>
              </a:ext>
            </a:extLst>
          </p:cNvPr>
          <p:cNvSpPr>
            <a:spLocks noGrp="1"/>
          </p:cNvSpPr>
          <p:nvPr>
            <p:ph type="body" sz="quarter" idx="20" hasCustomPrompt="1"/>
          </p:nvPr>
        </p:nvSpPr>
        <p:spPr>
          <a:xfrm>
            <a:off x="10964863" y="3163615"/>
            <a:ext cx="931862" cy="576000"/>
          </a:xfrm>
        </p:spPr>
        <p:txBody>
          <a:bodyPr tIns="0" bIns="0" anchor="ctr">
            <a:normAutofit/>
          </a:bodyPr>
          <a:lstStyle>
            <a:lvl1pPr algn="ctr">
              <a:defRPr sz="2400"/>
            </a:lvl1pPr>
          </a:lstStyle>
          <a:p>
            <a:pPr lvl="0"/>
            <a:r>
              <a:rPr lang="en-US"/>
              <a:t>##</a:t>
            </a:r>
            <a:endParaRPr lang="en-GB"/>
          </a:p>
        </p:txBody>
      </p:sp>
      <p:sp>
        <p:nvSpPr>
          <p:cNvPr id="30" name="Text Placeholder 18">
            <a:extLst>
              <a:ext uri="{FF2B5EF4-FFF2-40B4-BE49-F238E27FC236}">
                <a16:creationId xmlns:a16="http://schemas.microsoft.com/office/drawing/2014/main" id="{9E223642-C4D5-3552-3265-70EFB4F5E398}"/>
              </a:ext>
            </a:extLst>
          </p:cNvPr>
          <p:cNvSpPr>
            <a:spLocks noGrp="1"/>
          </p:cNvSpPr>
          <p:nvPr>
            <p:ph type="body" sz="quarter" idx="21"/>
          </p:nvPr>
        </p:nvSpPr>
        <p:spPr>
          <a:xfrm>
            <a:off x="3450210" y="3163615"/>
            <a:ext cx="7370762" cy="576000"/>
          </a:xfrm>
        </p:spPr>
        <p:txBody>
          <a:bodyPr tIns="0" bIns="0" anchor="ctr">
            <a:normAutofit/>
          </a:bodyPr>
          <a:lstStyle>
            <a:lvl1pPr>
              <a:defRPr lang="en-US" sz="1600" b="1" kern="1200" dirty="0" smtClean="0">
                <a:solidFill>
                  <a:schemeClr val="bg1"/>
                </a:solidFill>
                <a:latin typeface="+mn-lt"/>
                <a:ea typeface="+mn-ea"/>
                <a:cs typeface="+mn-cs"/>
              </a:defRPr>
            </a:lvl1pPr>
            <a:lvl2pPr>
              <a:defRPr lang="en-US" sz="1600" kern="1200" dirty="0" smtClean="0">
                <a:solidFill>
                  <a:schemeClr val="bg1"/>
                </a:solidFill>
                <a:latin typeface="+mn-lt"/>
                <a:ea typeface="+mn-ea"/>
                <a:cs typeface="+mn-cs"/>
              </a:defRPr>
            </a:lvl2pPr>
            <a:lvl3pPr>
              <a:defRPr/>
            </a:lvl3pPr>
          </a:lstStyle>
          <a:p>
            <a:pPr marL="0" lvl="0" indent="0" algn="l" defTabSz="914400" rtl="0" eaLnBrk="1" latinLnBrk="0" hangingPunct="1">
              <a:lnSpc>
                <a:spcPct val="90000"/>
              </a:lnSpc>
              <a:spcBef>
                <a:spcPts val="1000"/>
              </a:spcBef>
              <a:spcAft>
                <a:spcPts val="0"/>
              </a:spcAft>
              <a:buFont typeface="Arial" panose="020B0604020202020204" pitchFamily="34" charset="0"/>
              <a:buNone/>
            </a:pPr>
            <a:r>
              <a:rPr lang="en-US"/>
              <a:t>Edit Master text styles</a:t>
            </a:r>
          </a:p>
        </p:txBody>
      </p:sp>
      <p:sp>
        <p:nvSpPr>
          <p:cNvPr id="31" name="Text Placeholder 10">
            <a:extLst>
              <a:ext uri="{FF2B5EF4-FFF2-40B4-BE49-F238E27FC236}">
                <a16:creationId xmlns:a16="http://schemas.microsoft.com/office/drawing/2014/main" id="{C886F95E-FF63-7A9C-2122-C8A3E69B16A2}"/>
              </a:ext>
            </a:extLst>
          </p:cNvPr>
          <p:cNvSpPr>
            <a:spLocks noGrp="1"/>
          </p:cNvSpPr>
          <p:nvPr>
            <p:ph type="body" sz="quarter" idx="22" hasCustomPrompt="1"/>
          </p:nvPr>
        </p:nvSpPr>
        <p:spPr>
          <a:xfrm>
            <a:off x="10964863" y="3806991"/>
            <a:ext cx="931862" cy="576000"/>
          </a:xfrm>
        </p:spPr>
        <p:txBody>
          <a:bodyPr tIns="0" bIns="0" anchor="ctr">
            <a:normAutofit/>
          </a:bodyPr>
          <a:lstStyle>
            <a:lvl1pPr algn="ctr">
              <a:defRPr sz="2400"/>
            </a:lvl1pPr>
          </a:lstStyle>
          <a:p>
            <a:pPr lvl="0"/>
            <a:r>
              <a:rPr lang="en-US"/>
              <a:t>##</a:t>
            </a:r>
            <a:endParaRPr lang="en-GB"/>
          </a:p>
        </p:txBody>
      </p:sp>
      <p:sp>
        <p:nvSpPr>
          <p:cNvPr id="32" name="Text Placeholder 18">
            <a:extLst>
              <a:ext uri="{FF2B5EF4-FFF2-40B4-BE49-F238E27FC236}">
                <a16:creationId xmlns:a16="http://schemas.microsoft.com/office/drawing/2014/main" id="{0BF2AB35-CB9F-9A96-A158-F5F75B905744}"/>
              </a:ext>
            </a:extLst>
          </p:cNvPr>
          <p:cNvSpPr>
            <a:spLocks noGrp="1"/>
          </p:cNvSpPr>
          <p:nvPr>
            <p:ph type="body" sz="quarter" idx="23"/>
          </p:nvPr>
        </p:nvSpPr>
        <p:spPr>
          <a:xfrm>
            <a:off x="3450210" y="3806991"/>
            <a:ext cx="7370762" cy="576000"/>
          </a:xfrm>
        </p:spPr>
        <p:txBody>
          <a:bodyPr tIns="0" bIns="0" anchor="ctr">
            <a:normAutofit/>
          </a:bodyPr>
          <a:lstStyle>
            <a:lvl1pPr>
              <a:defRPr lang="en-US" sz="1600" b="1" kern="1200" dirty="0" smtClean="0">
                <a:solidFill>
                  <a:schemeClr val="bg1"/>
                </a:solidFill>
                <a:latin typeface="+mn-lt"/>
                <a:ea typeface="+mn-ea"/>
                <a:cs typeface="+mn-cs"/>
              </a:defRPr>
            </a:lvl1pPr>
            <a:lvl2pPr>
              <a:defRPr lang="en-US" sz="1600" kern="1200" dirty="0" smtClean="0">
                <a:solidFill>
                  <a:schemeClr val="bg1"/>
                </a:solidFill>
                <a:latin typeface="+mn-lt"/>
                <a:ea typeface="+mn-ea"/>
                <a:cs typeface="+mn-cs"/>
              </a:defRPr>
            </a:lvl2pPr>
            <a:lvl3pPr>
              <a:defRPr/>
            </a:lvl3pPr>
          </a:lstStyle>
          <a:p>
            <a:pPr marL="0" lvl="0" indent="0" algn="l" defTabSz="914400" rtl="0" eaLnBrk="1" latinLnBrk="0" hangingPunct="1">
              <a:lnSpc>
                <a:spcPct val="90000"/>
              </a:lnSpc>
              <a:spcBef>
                <a:spcPts val="1000"/>
              </a:spcBef>
              <a:spcAft>
                <a:spcPts val="0"/>
              </a:spcAft>
              <a:buFont typeface="Arial" panose="020B0604020202020204" pitchFamily="34" charset="0"/>
              <a:buNone/>
            </a:pPr>
            <a:r>
              <a:rPr lang="en-US"/>
              <a:t>Edit Master text styles</a:t>
            </a:r>
          </a:p>
        </p:txBody>
      </p:sp>
      <p:sp>
        <p:nvSpPr>
          <p:cNvPr id="33" name="Text Placeholder 10">
            <a:extLst>
              <a:ext uri="{FF2B5EF4-FFF2-40B4-BE49-F238E27FC236}">
                <a16:creationId xmlns:a16="http://schemas.microsoft.com/office/drawing/2014/main" id="{B5C366BB-CFA8-2078-893C-C9B59E90A32E}"/>
              </a:ext>
            </a:extLst>
          </p:cNvPr>
          <p:cNvSpPr>
            <a:spLocks noGrp="1"/>
          </p:cNvSpPr>
          <p:nvPr>
            <p:ph type="body" sz="quarter" idx="24" hasCustomPrompt="1"/>
          </p:nvPr>
        </p:nvSpPr>
        <p:spPr>
          <a:xfrm>
            <a:off x="10964863" y="4450367"/>
            <a:ext cx="931862" cy="576000"/>
          </a:xfrm>
        </p:spPr>
        <p:txBody>
          <a:bodyPr tIns="0" bIns="0" anchor="ctr">
            <a:normAutofit/>
          </a:bodyPr>
          <a:lstStyle>
            <a:lvl1pPr algn="ctr">
              <a:defRPr sz="2400"/>
            </a:lvl1pPr>
          </a:lstStyle>
          <a:p>
            <a:pPr lvl="0"/>
            <a:r>
              <a:rPr lang="en-US"/>
              <a:t>##</a:t>
            </a:r>
            <a:endParaRPr lang="en-GB"/>
          </a:p>
        </p:txBody>
      </p:sp>
      <p:sp>
        <p:nvSpPr>
          <p:cNvPr id="34" name="Text Placeholder 18">
            <a:extLst>
              <a:ext uri="{FF2B5EF4-FFF2-40B4-BE49-F238E27FC236}">
                <a16:creationId xmlns:a16="http://schemas.microsoft.com/office/drawing/2014/main" id="{6EC8F59A-EBB5-1B19-665F-D39423EE02E4}"/>
              </a:ext>
            </a:extLst>
          </p:cNvPr>
          <p:cNvSpPr>
            <a:spLocks noGrp="1"/>
          </p:cNvSpPr>
          <p:nvPr>
            <p:ph type="body" sz="quarter" idx="25"/>
          </p:nvPr>
        </p:nvSpPr>
        <p:spPr>
          <a:xfrm>
            <a:off x="3450210" y="4450367"/>
            <a:ext cx="7370762" cy="576000"/>
          </a:xfrm>
        </p:spPr>
        <p:txBody>
          <a:bodyPr tIns="0" bIns="0" anchor="ctr">
            <a:normAutofit/>
          </a:bodyPr>
          <a:lstStyle>
            <a:lvl1pPr>
              <a:defRPr lang="en-US" sz="1600" b="1" kern="1200" dirty="0" smtClean="0">
                <a:solidFill>
                  <a:schemeClr val="bg1"/>
                </a:solidFill>
                <a:latin typeface="+mn-lt"/>
                <a:ea typeface="+mn-ea"/>
                <a:cs typeface="+mn-cs"/>
              </a:defRPr>
            </a:lvl1pPr>
            <a:lvl2pPr>
              <a:defRPr lang="en-US" sz="1600" kern="1200" dirty="0" smtClean="0">
                <a:solidFill>
                  <a:schemeClr val="bg1"/>
                </a:solidFill>
                <a:latin typeface="+mn-lt"/>
                <a:ea typeface="+mn-ea"/>
                <a:cs typeface="+mn-cs"/>
              </a:defRPr>
            </a:lvl2pPr>
            <a:lvl3pPr>
              <a:defRPr/>
            </a:lvl3pPr>
          </a:lstStyle>
          <a:p>
            <a:pPr marL="0" lvl="0" indent="0" algn="l" defTabSz="914400" rtl="0" eaLnBrk="1" latinLnBrk="0" hangingPunct="1">
              <a:lnSpc>
                <a:spcPct val="90000"/>
              </a:lnSpc>
              <a:spcBef>
                <a:spcPts val="1000"/>
              </a:spcBef>
              <a:spcAft>
                <a:spcPts val="0"/>
              </a:spcAft>
              <a:buFont typeface="Arial" panose="020B0604020202020204" pitchFamily="34" charset="0"/>
              <a:buNone/>
            </a:pPr>
            <a:r>
              <a:rPr lang="en-US"/>
              <a:t>Edit Master text styles</a:t>
            </a:r>
          </a:p>
        </p:txBody>
      </p:sp>
      <p:sp>
        <p:nvSpPr>
          <p:cNvPr id="35" name="Text Placeholder 10">
            <a:extLst>
              <a:ext uri="{FF2B5EF4-FFF2-40B4-BE49-F238E27FC236}">
                <a16:creationId xmlns:a16="http://schemas.microsoft.com/office/drawing/2014/main" id="{C698276E-EE24-0109-87DB-A07B18FD158B}"/>
              </a:ext>
            </a:extLst>
          </p:cNvPr>
          <p:cNvSpPr>
            <a:spLocks noGrp="1"/>
          </p:cNvSpPr>
          <p:nvPr>
            <p:ph type="body" sz="quarter" idx="26" hasCustomPrompt="1"/>
          </p:nvPr>
        </p:nvSpPr>
        <p:spPr>
          <a:xfrm>
            <a:off x="10964863" y="5093743"/>
            <a:ext cx="931862" cy="576000"/>
          </a:xfrm>
        </p:spPr>
        <p:txBody>
          <a:bodyPr tIns="0" bIns="0" anchor="ctr">
            <a:normAutofit/>
          </a:bodyPr>
          <a:lstStyle>
            <a:lvl1pPr algn="ctr">
              <a:defRPr sz="2400"/>
            </a:lvl1pPr>
          </a:lstStyle>
          <a:p>
            <a:pPr lvl="0"/>
            <a:r>
              <a:rPr lang="en-US"/>
              <a:t>##</a:t>
            </a:r>
            <a:endParaRPr lang="en-GB"/>
          </a:p>
        </p:txBody>
      </p:sp>
      <p:sp>
        <p:nvSpPr>
          <p:cNvPr id="36" name="Text Placeholder 18">
            <a:extLst>
              <a:ext uri="{FF2B5EF4-FFF2-40B4-BE49-F238E27FC236}">
                <a16:creationId xmlns:a16="http://schemas.microsoft.com/office/drawing/2014/main" id="{36D6F107-100B-CE54-A6C7-2E96B67E5E17}"/>
              </a:ext>
            </a:extLst>
          </p:cNvPr>
          <p:cNvSpPr>
            <a:spLocks noGrp="1"/>
          </p:cNvSpPr>
          <p:nvPr>
            <p:ph type="body" sz="quarter" idx="27"/>
          </p:nvPr>
        </p:nvSpPr>
        <p:spPr>
          <a:xfrm>
            <a:off x="3450210" y="5093743"/>
            <a:ext cx="7370762" cy="576000"/>
          </a:xfrm>
        </p:spPr>
        <p:txBody>
          <a:bodyPr tIns="0" bIns="0" anchor="ctr">
            <a:normAutofit/>
          </a:bodyPr>
          <a:lstStyle>
            <a:lvl1pPr>
              <a:defRPr lang="en-US" sz="1600" b="1" kern="1200" dirty="0" smtClean="0">
                <a:solidFill>
                  <a:schemeClr val="bg1"/>
                </a:solidFill>
                <a:latin typeface="+mn-lt"/>
                <a:ea typeface="+mn-ea"/>
                <a:cs typeface="+mn-cs"/>
              </a:defRPr>
            </a:lvl1pPr>
            <a:lvl2pPr>
              <a:defRPr lang="en-US" sz="1600" kern="1200" dirty="0" smtClean="0">
                <a:solidFill>
                  <a:schemeClr val="bg1"/>
                </a:solidFill>
                <a:latin typeface="+mn-lt"/>
                <a:ea typeface="+mn-ea"/>
                <a:cs typeface="+mn-cs"/>
              </a:defRPr>
            </a:lvl2pPr>
            <a:lvl3pPr>
              <a:defRPr/>
            </a:lvl3pPr>
          </a:lstStyle>
          <a:p>
            <a:pPr marL="0" lvl="0" indent="0" algn="l" defTabSz="914400" rtl="0" eaLnBrk="1" latinLnBrk="0" hangingPunct="1">
              <a:lnSpc>
                <a:spcPct val="90000"/>
              </a:lnSpc>
              <a:spcBef>
                <a:spcPts val="1000"/>
              </a:spcBef>
              <a:spcAft>
                <a:spcPts val="0"/>
              </a:spcAft>
              <a:buFont typeface="Arial" panose="020B0604020202020204" pitchFamily="34" charset="0"/>
              <a:buNone/>
            </a:pPr>
            <a:r>
              <a:rPr lang="en-US"/>
              <a:t>Edit Master text styles</a:t>
            </a:r>
          </a:p>
        </p:txBody>
      </p:sp>
      <p:sp>
        <p:nvSpPr>
          <p:cNvPr id="37" name="Text Placeholder 10">
            <a:extLst>
              <a:ext uri="{FF2B5EF4-FFF2-40B4-BE49-F238E27FC236}">
                <a16:creationId xmlns:a16="http://schemas.microsoft.com/office/drawing/2014/main" id="{453A9386-0A54-70BF-5FEB-BED77F6CBF47}"/>
              </a:ext>
            </a:extLst>
          </p:cNvPr>
          <p:cNvSpPr>
            <a:spLocks noGrp="1"/>
          </p:cNvSpPr>
          <p:nvPr>
            <p:ph type="body" sz="quarter" idx="28" hasCustomPrompt="1"/>
          </p:nvPr>
        </p:nvSpPr>
        <p:spPr>
          <a:xfrm>
            <a:off x="10964863" y="5737119"/>
            <a:ext cx="931862" cy="576000"/>
          </a:xfrm>
        </p:spPr>
        <p:txBody>
          <a:bodyPr tIns="0" bIns="0" anchor="ctr">
            <a:normAutofit/>
          </a:bodyPr>
          <a:lstStyle>
            <a:lvl1pPr algn="ctr">
              <a:defRPr sz="2400"/>
            </a:lvl1pPr>
          </a:lstStyle>
          <a:p>
            <a:pPr lvl="0"/>
            <a:r>
              <a:rPr lang="en-US"/>
              <a:t>##</a:t>
            </a:r>
            <a:endParaRPr lang="en-GB"/>
          </a:p>
        </p:txBody>
      </p:sp>
      <p:sp>
        <p:nvSpPr>
          <p:cNvPr id="38" name="Text Placeholder 18">
            <a:extLst>
              <a:ext uri="{FF2B5EF4-FFF2-40B4-BE49-F238E27FC236}">
                <a16:creationId xmlns:a16="http://schemas.microsoft.com/office/drawing/2014/main" id="{98747C26-8D2C-50EA-D5A8-16EF4BD8D326}"/>
              </a:ext>
            </a:extLst>
          </p:cNvPr>
          <p:cNvSpPr>
            <a:spLocks noGrp="1"/>
          </p:cNvSpPr>
          <p:nvPr>
            <p:ph type="body" sz="quarter" idx="29"/>
          </p:nvPr>
        </p:nvSpPr>
        <p:spPr>
          <a:xfrm>
            <a:off x="3450210" y="5737119"/>
            <a:ext cx="7370762" cy="576000"/>
          </a:xfrm>
        </p:spPr>
        <p:txBody>
          <a:bodyPr tIns="0" bIns="0" anchor="ctr">
            <a:normAutofit/>
          </a:bodyPr>
          <a:lstStyle>
            <a:lvl1pPr>
              <a:defRPr lang="en-US" sz="1600" b="1" kern="1200" dirty="0" smtClean="0">
                <a:solidFill>
                  <a:schemeClr val="bg1"/>
                </a:solidFill>
                <a:latin typeface="+mn-lt"/>
                <a:ea typeface="+mn-ea"/>
                <a:cs typeface="+mn-cs"/>
              </a:defRPr>
            </a:lvl1pPr>
            <a:lvl2pPr>
              <a:defRPr lang="en-US" sz="1600" kern="1200" dirty="0" smtClean="0">
                <a:solidFill>
                  <a:schemeClr val="bg1"/>
                </a:solidFill>
                <a:latin typeface="+mn-lt"/>
                <a:ea typeface="+mn-ea"/>
                <a:cs typeface="+mn-cs"/>
              </a:defRPr>
            </a:lvl2pPr>
            <a:lvl3pPr>
              <a:defRPr/>
            </a:lvl3pPr>
          </a:lstStyle>
          <a:p>
            <a:pPr marL="0" lvl="0" indent="0" algn="l" defTabSz="914400" rtl="0" eaLnBrk="1" latinLnBrk="0" hangingPunct="1">
              <a:lnSpc>
                <a:spcPct val="90000"/>
              </a:lnSpc>
              <a:spcBef>
                <a:spcPts val="1000"/>
              </a:spcBef>
              <a:spcAft>
                <a:spcPts val="0"/>
              </a:spcAft>
              <a:buFont typeface="Arial" panose="020B0604020202020204" pitchFamily="34" charset="0"/>
              <a:buNone/>
            </a:pPr>
            <a:r>
              <a:rPr lang="en-US"/>
              <a:t>Edit Master text styles</a:t>
            </a:r>
          </a:p>
        </p:txBody>
      </p:sp>
      <p:sp>
        <p:nvSpPr>
          <p:cNvPr id="50" name="Footer Placeholder 49">
            <a:extLst>
              <a:ext uri="{FF2B5EF4-FFF2-40B4-BE49-F238E27FC236}">
                <a16:creationId xmlns:a16="http://schemas.microsoft.com/office/drawing/2014/main" id="{9E2B4BEE-4E71-0D72-EF7F-2A7A280FFCD1}"/>
              </a:ext>
            </a:extLst>
          </p:cNvPr>
          <p:cNvSpPr>
            <a:spLocks noGrp="1"/>
          </p:cNvSpPr>
          <p:nvPr>
            <p:ph type="ftr" sz="quarter" idx="30"/>
          </p:nvPr>
        </p:nvSpPr>
        <p:spPr/>
        <p:txBody>
          <a:bodyPr/>
          <a:lstStyle>
            <a:lvl1pPr>
              <a:defRPr>
                <a:solidFill>
                  <a:schemeClr val="bg1"/>
                </a:solidFill>
              </a:defRPr>
            </a:lvl1pPr>
          </a:lstStyle>
          <a:p>
            <a:r>
              <a:rPr lang="en-GB" altLang="ja-JP"/>
              <a:t>© Hitachi Rail Limited 2024. All rights reserved.</a:t>
            </a:r>
            <a:endParaRPr lang="en-US" altLang="ja-JP"/>
          </a:p>
        </p:txBody>
      </p:sp>
      <p:sp>
        <p:nvSpPr>
          <p:cNvPr id="51" name="Slide Number Placeholder 50">
            <a:extLst>
              <a:ext uri="{FF2B5EF4-FFF2-40B4-BE49-F238E27FC236}">
                <a16:creationId xmlns:a16="http://schemas.microsoft.com/office/drawing/2014/main" id="{7FF34EF9-ADC6-6BD6-6CEB-B0426C8FA760}"/>
              </a:ext>
            </a:extLst>
          </p:cNvPr>
          <p:cNvSpPr>
            <a:spLocks noGrp="1"/>
          </p:cNvSpPr>
          <p:nvPr>
            <p:ph type="sldNum" sz="quarter" idx="31"/>
          </p:nvPr>
        </p:nvSpPr>
        <p:spPr/>
        <p:txBody>
          <a:bodyPr/>
          <a:lstStyle>
            <a:lvl1pPr>
              <a:defRPr>
                <a:solidFill>
                  <a:schemeClr val="bg1"/>
                </a:solidFill>
              </a:defRPr>
            </a:lvl1pPr>
          </a:lstStyle>
          <a:p>
            <a:fld id="{BD5A2AE7-DD7B-40D6-95B5-BB379B136F09}" type="slidenum">
              <a:rPr lang="en-GB" smtClean="0"/>
              <a:pPr/>
              <a:t>‹#›</a:t>
            </a:fld>
            <a:endParaRPr lang="en-GB"/>
          </a:p>
        </p:txBody>
      </p:sp>
    </p:spTree>
    <p:extLst>
      <p:ext uri="{BB962C8B-B14F-4D97-AF65-F5344CB8AC3E}">
        <p14:creationId xmlns:p14="http://schemas.microsoft.com/office/powerpoint/2010/main" val="33894017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14.xml><?xml version="1.0" encoding="utf-8"?>
<p:sldLayout xmlns:a="http://schemas.openxmlformats.org/drawingml/2006/main" xmlns:r="http://schemas.openxmlformats.org/officeDocument/2006/relationships" xmlns:p="http://schemas.openxmlformats.org/presentationml/2006/main" showMasterSp="0" preserve="1" userDrawn="1">
  <p:cSld name="Inners - Divider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3" name="Footer Placeholder 2">
            <a:extLst>
              <a:ext uri="{FF2B5EF4-FFF2-40B4-BE49-F238E27FC236}">
                <a16:creationId xmlns:a16="http://schemas.microsoft.com/office/drawing/2014/main" id="{8699B134-7AA1-11CC-11D8-41EC58B7D028}"/>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8F13104A-950F-B9C5-9D47-13F20E027B29}"/>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6" name="Rectangle 7">
            <a:extLst>
              <a:ext uri="{FF2B5EF4-FFF2-40B4-BE49-F238E27FC236}">
                <a16:creationId xmlns:a16="http://schemas.microsoft.com/office/drawing/2014/main" id="{2D4947AE-DC63-A89B-8181-428C1E0F40FB}"/>
              </a:ext>
            </a:extLst>
          </p:cNvPr>
          <p:cNvSpPr/>
          <p:nvPr userDrawn="1"/>
        </p:nvSpPr>
        <p:spPr>
          <a:xfrm>
            <a:off x="6324600" y="4840112"/>
            <a:ext cx="5328213" cy="1257843"/>
          </a:xfrm>
          <a:prstGeom prst="rect">
            <a:avLst/>
          </a:prstGeom>
          <a:solidFill>
            <a:srgbClr val="C00000">
              <a:alpha val="90000"/>
            </a:srgbClr>
          </a:solidFill>
          <a:ln w="63500" cap="flat" cmpd="sng" algn="ctr">
            <a:noFill/>
            <a:prstDash val="solid"/>
            <a:miter lim="800000"/>
          </a:ln>
          <a:effectLst/>
        </p:spPr>
        <p:txBody>
          <a:bodyPr lIns="192000" tIns="192000" rIns="192000" bIns="192000" rtlCol="0" anchor="ctr"/>
          <a:lstStyle/>
          <a:p>
            <a:pPr defTabSz="1219170">
              <a:spcBef>
                <a:spcPts val="800"/>
              </a:spcBef>
              <a:defRPr/>
            </a:pPr>
            <a:r>
              <a:rPr lang="en-GB" sz="1600" kern="0">
                <a:solidFill>
                  <a:srgbClr val="FFFFFF"/>
                </a:solidFill>
                <a:latin typeface="Arial" panose="020B0604020202020204"/>
                <a:ea typeface="Yu Gothic UI" panose="020B0500000000000000" pitchFamily="50" charset="-128"/>
                <a:sym typeface="Arial"/>
              </a:rPr>
              <a:t>Lorem ipsum </a:t>
            </a:r>
            <a:r>
              <a:rPr lang="en-GB" sz="1600" kern="0" err="1">
                <a:solidFill>
                  <a:srgbClr val="FFFFFF"/>
                </a:solidFill>
                <a:latin typeface="Arial" panose="020B0604020202020204"/>
                <a:ea typeface="Yu Gothic UI" panose="020B0500000000000000" pitchFamily="50" charset="-128"/>
                <a:sym typeface="Arial"/>
              </a:rPr>
              <a:t>dolor</a:t>
            </a:r>
            <a:r>
              <a:rPr lang="en-GB" sz="1600" kern="0">
                <a:solidFill>
                  <a:srgbClr val="FFFFFF"/>
                </a:solidFill>
                <a:latin typeface="Arial" panose="020B0604020202020204"/>
                <a:ea typeface="Yu Gothic UI" panose="020B0500000000000000" pitchFamily="50" charset="-128"/>
                <a:sym typeface="Arial"/>
              </a:rPr>
              <a:t> sit </a:t>
            </a:r>
            <a:r>
              <a:rPr lang="en-GB" sz="1600" kern="0" err="1">
                <a:solidFill>
                  <a:srgbClr val="FFFFFF"/>
                </a:solidFill>
                <a:latin typeface="Arial" panose="020B0604020202020204"/>
                <a:ea typeface="Yu Gothic UI" panose="020B0500000000000000" pitchFamily="50" charset="-128"/>
                <a:sym typeface="Arial"/>
              </a:rPr>
              <a:t>amet</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consectetur</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adipiscing</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elit</a:t>
            </a:r>
            <a:r>
              <a:rPr lang="en-GB" sz="1600" kern="0">
                <a:solidFill>
                  <a:srgbClr val="FFFFFF"/>
                </a:solidFill>
                <a:latin typeface="Arial" panose="020B0604020202020204"/>
                <a:ea typeface="Yu Gothic UI" panose="020B0500000000000000" pitchFamily="50" charset="-128"/>
                <a:sym typeface="Arial"/>
              </a:rPr>
              <a:t>. Donec </a:t>
            </a:r>
            <a:r>
              <a:rPr lang="en-GB" sz="1600" kern="0" err="1">
                <a:solidFill>
                  <a:srgbClr val="FFFFFF"/>
                </a:solidFill>
                <a:latin typeface="Arial" panose="020B0604020202020204"/>
                <a:ea typeface="Yu Gothic UI" panose="020B0500000000000000" pitchFamily="50" charset="-128"/>
                <a:sym typeface="Arial"/>
              </a:rPr>
              <a:t>vulputate</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diam</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ultrices</a:t>
            </a:r>
            <a:r>
              <a:rPr lang="en-GB" sz="1600" kern="0">
                <a:solidFill>
                  <a:srgbClr val="FFFFFF"/>
                </a:solidFill>
                <a:latin typeface="Arial" panose="020B0604020202020204"/>
                <a:ea typeface="Yu Gothic UI" panose="020B0500000000000000" pitchFamily="50" charset="-128"/>
                <a:sym typeface="Arial"/>
              </a:rPr>
              <a:t>, maximus </a:t>
            </a:r>
            <a:r>
              <a:rPr lang="en-GB" sz="1600" kern="0" err="1">
                <a:solidFill>
                  <a:srgbClr val="FFFFFF"/>
                </a:solidFill>
                <a:latin typeface="Arial" panose="020B0604020202020204"/>
                <a:ea typeface="Yu Gothic UI" panose="020B0500000000000000" pitchFamily="50" charset="-128"/>
                <a:sym typeface="Arial"/>
              </a:rPr>
              <a:t>nunc</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euismod</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placerat</a:t>
            </a:r>
            <a:r>
              <a:rPr lang="en-GB" sz="1600" kern="0">
                <a:solidFill>
                  <a:srgbClr val="FFFFFF"/>
                </a:solidFill>
                <a:latin typeface="Arial" panose="020B0604020202020204"/>
                <a:ea typeface="Yu Gothic UI" panose="020B0500000000000000" pitchFamily="50" charset="-128"/>
                <a:sym typeface="Arial"/>
              </a:rPr>
              <a:t> ante. Maecenas magna </a:t>
            </a:r>
            <a:r>
              <a:rPr lang="en-GB" sz="1600" kern="0" err="1">
                <a:solidFill>
                  <a:srgbClr val="FFFFFF"/>
                </a:solidFill>
                <a:latin typeface="Arial" panose="020B0604020202020204"/>
                <a:ea typeface="Yu Gothic UI" panose="020B0500000000000000" pitchFamily="50" charset="-128"/>
                <a:sym typeface="Arial"/>
              </a:rPr>
              <a:t>magna</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rutrum</a:t>
            </a:r>
            <a:r>
              <a:rPr lang="en-GB" sz="1600" kern="0">
                <a:solidFill>
                  <a:srgbClr val="FFFFFF"/>
                </a:solidFill>
                <a:latin typeface="Arial" panose="020B0604020202020204"/>
                <a:ea typeface="Yu Gothic UI" panose="020B0500000000000000" pitchFamily="50" charset="-128"/>
                <a:sym typeface="Arial"/>
              </a:rPr>
              <a:t> sit </a:t>
            </a:r>
            <a:r>
              <a:rPr lang="en-GB" sz="1600" kern="0" err="1">
                <a:solidFill>
                  <a:srgbClr val="FFFFFF"/>
                </a:solidFill>
                <a:latin typeface="Arial" panose="020B0604020202020204"/>
                <a:ea typeface="Yu Gothic UI" panose="020B0500000000000000" pitchFamily="50" charset="-128"/>
                <a:sym typeface="Arial"/>
              </a:rPr>
              <a:t>amet</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egestas</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vel</a:t>
            </a:r>
            <a:r>
              <a:rPr lang="en-GB" sz="1600" kern="0">
                <a:solidFill>
                  <a:srgbClr val="FFFFFF"/>
                </a:solidFill>
                <a:latin typeface="Arial" panose="020B0604020202020204"/>
                <a:ea typeface="Yu Gothic UI" panose="020B0500000000000000" pitchFamily="50" charset="-128"/>
                <a:sym typeface="Arial"/>
              </a:rPr>
              <a:t>, </a:t>
            </a:r>
            <a:r>
              <a:rPr lang="en-GB" sz="1600" kern="0" err="1">
                <a:solidFill>
                  <a:srgbClr val="FFFFFF"/>
                </a:solidFill>
                <a:latin typeface="Arial" panose="020B0604020202020204"/>
                <a:ea typeface="Yu Gothic UI" panose="020B0500000000000000" pitchFamily="50" charset="-128"/>
                <a:sym typeface="Arial"/>
              </a:rPr>
              <a:t>venenatis</a:t>
            </a:r>
            <a:r>
              <a:rPr lang="en-GB" sz="1600" kern="0">
                <a:solidFill>
                  <a:srgbClr val="FFFFFF"/>
                </a:solidFill>
                <a:latin typeface="Arial" panose="020B0604020202020204"/>
                <a:ea typeface="Yu Gothic UI" panose="020B0500000000000000" pitchFamily="50" charset="-128"/>
                <a:sym typeface="Arial"/>
              </a:rPr>
              <a:t> et </a:t>
            </a:r>
            <a:r>
              <a:rPr lang="en-GB" sz="1600" kern="0" err="1">
                <a:solidFill>
                  <a:srgbClr val="FFFFFF"/>
                </a:solidFill>
                <a:latin typeface="Arial" panose="020B0604020202020204"/>
                <a:ea typeface="Yu Gothic UI" panose="020B0500000000000000" pitchFamily="50" charset="-128"/>
                <a:sym typeface="Arial"/>
              </a:rPr>
              <a:t>odio</a:t>
            </a:r>
            <a:r>
              <a:rPr lang="en-GB" sz="1600" kern="0">
                <a:solidFill>
                  <a:srgbClr val="FFFFFF"/>
                </a:solidFill>
                <a:latin typeface="Arial" panose="020B0604020202020204"/>
                <a:ea typeface="Yu Gothic UI" panose="020B0500000000000000" pitchFamily="50" charset="-128"/>
                <a:sym typeface="Arial"/>
              </a:rPr>
              <a:t>. </a:t>
            </a:r>
          </a:p>
        </p:txBody>
      </p:sp>
      <p:sp>
        <p:nvSpPr>
          <p:cNvPr id="9" name="Text Placeholder 8">
            <a:extLst>
              <a:ext uri="{FF2B5EF4-FFF2-40B4-BE49-F238E27FC236}">
                <a16:creationId xmlns:a16="http://schemas.microsoft.com/office/drawing/2014/main" id="{EC6883C4-3CC9-74EA-88A9-6B3AE17B7A31}"/>
              </a:ext>
            </a:extLst>
          </p:cNvPr>
          <p:cNvSpPr>
            <a:spLocks noGrp="1"/>
          </p:cNvSpPr>
          <p:nvPr>
            <p:ph type="body" sz="quarter" idx="12"/>
          </p:nvPr>
        </p:nvSpPr>
        <p:spPr>
          <a:xfrm>
            <a:off x="6324600" y="4789488"/>
            <a:ext cx="5340350" cy="1277937"/>
          </a:xfrm>
          <a:solidFill>
            <a:schemeClr val="accent5"/>
          </a:solidFill>
        </p:spPr>
        <p:txBody>
          <a:bodyPr lIns="108000" tIns="108000" rIns="108000" bIns="108000">
            <a:noAutofit/>
          </a:bodyPr>
          <a:lstStyle>
            <a:lvl1pPr>
              <a:defRPr sz="1600" b="0">
                <a:solidFill>
                  <a:schemeClr val="bg1"/>
                </a:solidFill>
              </a:defRPr>
            </a:lvl1pPr>
            <a:lvl2pPr>
              <a:defRPr sz="1600" b="0">
                <a:solidFill>
                  <a:schemeClr val="bg1"/>
                </a:solidFill>
              </a:defRPr>
            </a:lvl2pPr>
            <a:lvl3pPr>
              <a:defRPr sz="1400" b="0">
                <a:solidFill>
                  <a:schemeClr val="bg1"/>
                </a:solidFill>
              </a:defRPr>
            </a:lvl3pPr>
            <a:lvl4pPr>
              <a:defRPr sz="1200" b="0">
                <a:solidFill>
                  <a:schemeClr val="bg1"/>
                </a:solidFill>
              </a:defRPr>
            </a:lvl4pPr>
            <a:lvl5pPr>
              <a:defRPr sz="1200" b="0">
                <a:solidFill>
                  <a:schemeClr val="bg1"/>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2" name="Text Placeholder 8">
            <a:extLst>
              <a:ext uri="{FF2B5EF4-FFF2-40B4-BE49-F238E27FC236}">
                <a16:creationId xmlns:a16="http://schemas.microsoft.com/office/drawing/2014/main" id="{AC250C44-1F2D-A992-3D90-AD94D29DCF47}"/>
              </a:ext>
            </a:extLst>
          </p:cNvPr>
          <p:cNvSpPr>
            <a:spLocks noGrp="1"/>
          </p:cNvSpPr>
          <p:nvPr>
            <p:ph type="body" sz="quarter" idx="13"/>
          </p:nvPr>
        </p:nvSpPr>
        <p:spPr>
          <a:xfrm>
            <a:off x="300038" y="3439887"/>
            <a:ext cx="6024562" cy="1997310"/>
          </a:xfrm>
          <a:solidFill>
            <a:srgbClr val="FFFFFF">
              <a:alpha val="80000"/>
            </a:srgbClr>
          </a:solidFill>
          <a:ln w="63500" cap="flat" cmpd="sng" algn="ctr">
            <a:noFill/>
            <a:prstDash val="solid"/>
            <a:miter lim="800000"/>
          </a:ln>
          <a:effectLst/>
        </p:spPr>
        <p:txBody>
          <a:bodyPr lIns="288000" tIns="288000" rIns="288000" bIns="288000" rtlCol="0" anchor="ctr"/>
          <a:lstStyle>
            <a:lvl1pPr>
              <a:defRPr lang="en-US" sz="3600" dirty="0" smtClean="0">
                <a:solidFill>
                  <a:srgbClr val="000000"/>
                </a:solidFill>
                <a:latin typeface="Arial" panose="020B0604020202020204"/>
                <a:ea typeface="Yu Gothic UI" panose="020B0500000000000000" pitchFamily="50" charset="-128"/>
                <a:cs typeface="Arial" panose="020B0604020202020204" pitchFamily="34" charset="0"/>
              </a:defRPr>
            </a:lvl1pPr>
            <a:lvl2pPr>
              <a:defRPr lang="en-US" sz="1800" dirty="0" smtClean="0">
                <a:solidFill>
                  <a:schemeClr val="lt1"/>
                </a:solidFill>
              </a:defRPr>
            </a:lvl2pPr>
            <a:lvl3pPr>
              <a:defRPr lang="en-US" sz="1800" dirty="0" smtClean="0">
                <a:solidFill>
                  <a:schemeClr val="lt1"/>
                </a:solidFill>
              </a:defRPr>
            </a:lvl3pPr>
            <a:lvl4pPr>
              <a:defRPr lang="en-US" dirty="0" smtClean="0">
                <a:solidFill>
                  <a:schemeClr val="lt1"/>
                </a:solidFill>
              </a:defRPr>
            </a:lvl4pPr>
            <a:lvl5pPr>
              <a:defRPr lang="en-GB" dirty="0">
                <a:solidFill>
                  <a:schemeClr val="lt1"/>
                </a:solidFill>
              </a:defRPr>
            </a:lvl5pPr>
          </a:lstStyle>
          <a:p>
            <a:pPr lvl="0" defTabSz="1219170">
              <a:lnSpc>
                <a:spcPct val="80000"/>
              </a:lnSpc>
              <a:spcBef>
                <a:spcPct val="0"/>
              </a:spcBef>
            </a:pPr>
            <a:r>
              <a:rPr lang="en-US"/>
              <a:t>Edit Master text styles</a:t>
            </a:r>
          </a:p>
        </p:txBody>
      </p:sp>
      <p:pic>
        <p:nvPicPr>
          <p:cNvPr id="13" name="Picture 12">
            <a:extLst>
              <a:ext uri="{FF2B5EF4-FFF2-40B4-BE49-F238E27FC236}">
                <a16:creationId xmlns:a16="http://schemas.microsoft.com/office/drawing/2014/main" id="{D926C25D-0A7A-9F76-60FB-90180E5ED3E1}"/>
              </a:ext>
            </a:extLst>
          </p:cNvPr>
          <p:cNvPicPr>
            <a:picLocks noChangeAspect="1"/>
          </p:cNvPicPr>
          <p:nvPr userDrawn="1"/>
        </p:nvPicPr>
        <p:blipFill>
          <a:blip r:embed="rId3" cstate="screen">
            <a:extLst>
              <a:ext uri="{28A0092B-C50C-407E-A947-70E740481C1C}">
                <a14:useLocalDpi xmlns:a14="http://schemas.microsoft.com/office/drawing/2010/main"/>
              </a:ext>
            </a:extLst>
          </a:blip>
          <a:srcRect/>
          <a:stretch/>
        </p:blipFill>
        <p:spPr>
          <a:xfrm>
            <a:off x="10379075" y="268958"/>
            <a:ext cx="1518354" cy="432768"/>
          </a:xfrm>
          <a:prstGeom prst="rect">
            <a:avLst/>
          </a:prstGeom>
        </p:spPr>
      </p:pic>
      <p:sp>
        <p:nvSpPr>
          <p:cNvPr id="14" name="TextBox 13">
            <a:extLst>
              <a:ext uri="{FF2B5EF4-FFF2-40B4-BE49-F238E27FC236}">
                <a16:creationId xmlns:a16="http://schemas.microsoft.com/office/drawing/2014/main" id="{A9B0006F-11CE-CF4F-41DA-B027E0C92526}"/>
              </a:ext>
            </a:extLst>
          </p:cNvPr>
          <p:cNvSpPr txBox="1"/>
          <p:nvPr userDrawn="1"/>
        </p:nvSpPr>
        <p:spPr>
          <a:xfrm>
            <a:off x="0" y="6981371"/>
            <a:ext cx="10885714" cy="307777"/>
          </a:xfrm>
          <a:prstGeom prst="rect">
            <a:avLst/>
          </a:prstGeom>
          <a:noFill/>
        </p:spPr>
        <p:txBody>
          <a:bodyPr wrap="square" rtlCol="0">
            <a:spAutoFit/>
          </a:bodyPr>
          <a:lstStyle/>
          <a:p>
            <a:r>
              <a:rPr lang="en-GB" sz="1400"/>
              <a:t>To update background image &gt; right click &gt; format background &gt; Picture or texture fill &gt; insert</a:t>
            </a:r>
          </a:p>
        </p:txBody>
      </p:sp>
    </p:spTree>
    <p:extLst>
      <p:ext uri="{BB962C8B-B14F-4D97-AF65-F5344CB8AC3E}">
        <p14:creationId xmlns:p14="http://schemas.microsoft.com/office/powerpoint/2010/main" val="227322627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Inners - Section Divider_Style 1">
    <p:spTree>
      <p:nvGrpSpPr>
        <p:cNvPr id="1" name=""/>
        <p:cNvGrpSpPr/>
        <p:nvPr/>
      </p:nvGrpSpPr>
      <p:grpSpPr>
        <a:xfrm>
          <a:off x="0" y="0"/>
          <a:ext cx="0" cy="0"/>
          <a:chOff x="0" y="0"/>
          <a:chExt cx="0" cy="0"/>
        </a:xfrm>
      </p:grpSpPr>
      <p:sp>
        <p:nvSpPr>
          <p:cNvPr id="12" name="Text Placeholder 13">
            <a:extLst>
              <a:ext uri="{FF2B5EF4-FFF2-40B4-BE49-F238E27FC236}">
                <a16:creationId xmlns:a16="http://schemas.microsoft.com/office/drawing/2014/main" id="{7C420878-22D9-343F-6C04-80D7CAB722DE}"/>
              </a:ext>
            </a:extLst>
          </p:cNvPr>
          <p:cNvSpPr>
            <a:spLocks noGrp="1"/>
          </p:cNvSpPr>
          <p:nvPr>
            <p:ph type="body" sz="quarter" idx="10"/>
          </p:nvPr>
        </p:nvSpPr>
        <p:spPr>
          <a:xfrm>
            <a:off x="1226080" y="1861233"/>
            <a:ext cx="10665883" cy="4466835"/>
          </a:xfrm>
          <a:prstGeom prst="rect">
            <a:avLst/>
          </a:prstGeom>
        </p:spPr>
        <p:txBody>
          <a:bodyPr anchor="t"/>
          <a:lstStyle>
            <a:lvl1pPr marL="0" indent="0">
              <a:buNone/>
              <a:defRPr sz="3500" b="1"/>
            </a:lvl1pPr>
            <a:lvl2pPr marL="0" indent="0">
              <a:spcAft>
                <a:spcPts val="2400"/>
              </a:spcAft>
              <a:buNone/>
              <a:defRPr sz="2800">
                <a:solidFill>
                  <a:schemeClr val="accent1"/>
                </a:solidFill>
              </a:defRPr>
            </a:lvl2pPr>
            <a:lvl3pPr marL="0" indent="0">
              <a:buNone/>
              <a:defRPr/>
            </a:lvl3pPr>
          </a:lstStyle>
          <a:p>
            <a:pPr lvl="0"/>
            <a:r>
              <a:rPr lang="en-US"/>
              <a:t>Edit Master text styles</a:t>
            </a:r>
          </a:p>
          <a:p>
            <a:pPr lvl="1"/>
            <a:r>
              <a:rPr lang="en-US"/>
              <a:t>Second level</a:t>
            </a:r>
          </a:p>
          <a:p>
            <a:pPr lvl="2"/>
            <a:r>
              <a:rPr lang="en-US"/>
              <a:t>Third level</a:t>
            </a:r>
          </a:p>
        </p:txBody>
      </p:sp>
      <p:sp>
        <p:nvSpPr>
          <p:cNvPr id="2" name="Footer Placeholder 1">
            <a:extLst>
              <a:ext uri="{FF2B5EF4-FFF2-40B4-BE49-F238E27FC236}">
                <a16:creationId xmlns:a16="http://schemas.microsoft.com/office/drawing/2014/main" id="{71C17FF3-E461-0E1D-5BAC-E697AFF79A97}"/>
              </a:ext>
            </a:extLst>
          </p:cNvPr>
          <p:cNvSpPr>
            <a:spLocks noGrp="1"/>
          </p:cNvSpPr>
          <p:nvPr>
            <p:ph type="ftr" sz="quarter" idx="11"/>
          </p:nvPr>
        </p:nvSpPr>
        <p:spPr/>
        <p:txBody>
          <a:bodyPr/>
          <a:lstStyle/>
          <a:p>
            <a:r>
              <a:rPr lang="en-GB" altLang="ja-JP"/>
              <a:t>© Hitachi Rail Limited 202</a:t>
            </a:r>
            <a:r>
              <a:rPr lang="hu-HU" altLang="ja-JP"/>
              <a:t>6</a:t>
            </a:r>
            <a:r>
              <a:rPr lang="en-GB" altLang="ja-JP"/>
              <a:t>. All rights reserved.</a:t>
            </a:r>
            <a:endParaRPr lang="en-US" altLang="ja-JP" dirty="0"/>
          </a:p>
        </p:txBody>
      </p:sp>
      <p:sp>
        <p:nvSpPr>
          <p:cNvPr id="3" name="Slide Number Placeholder 2">
            <a:extLst>
              <a:ext uri="{FF2B5EF4-FFF2-40B4-BE49-F238E27FC236}">
                <a16:creationId xmlns:a16="http://schemas.microsoft.com/office/drawing/2014/main" id="{3F40891B-3BB8-507A-243F-992F28075ACA}"/>
              </a:ext>
            </a:extLst>
          </p:cNvPr>
          <p:cNvSpPr>
            <a:spLocks noGrp="1"/>
          </p:cNvSpPr>
          <p:nvPr>
            <p:ph type="sldNum" sz="quarter" idx="12"/>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1611011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Inners - Section Divider_Style 2">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CB55D8CA-DAE4-8EF0-3D93-C38220C12030}"/>
              </a:ext>
            </a:extLst>
          </p:cNvPr>
          <p:cNvSpPr/>
          <p:nvPr userDrawn="1"/>
        </p:nvSpPr>
        <p:spPr>
          <a:xfrm>
            <a:off x="0" y="1"/>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8AB77562-D059-1A26-109C-33B572F90372}"/>
              </a:ext>
            </a:extLst>
          </p:cNvPr>
          <p:cNvSpPr/>
          <p:nvPr/>
        </p:nvSpPr>
        <p:spPr>
          <a:xfrm>
            <a:off x="0" y="1"/>
            <a:ext cx="12192000" cy="68580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6">
            <a:extLst>
              <a:ext uri="{FF2B5EF4-FFF2-40B4-BE49-F238E27FC236}">
                <a16:creationId xmlns:a16="http://schemas.microsoft.com/office/drawing/2014/main" id="{CB184B0B-51BF-3553-96B9-C2618A9087FE}"/>
              </a:ext>
            </a:extLst>
          </p:cNvPr>
          <p:cNvSpPr>
            <a:spLocks noGrp="1"/>
          </p:cNvSpPr>
          <p:nvPr>
            <p:ph type="ftr" sz="quarter" idx="3"/>
          </p:nvPr>
        </p:nvSpPr>
        <p:spPr>
          <a:xfrm>
            <a:off x="9275975" y="6328069"/>
            <a:ext cx="2714134" cy="365125"/>
          </a:xfrm>
          <a:prstGeom prst="rect">
            <a:avLst/>
          </a:prstGeom>
        </p:spPr>
        <p:txBody>
          <a:bodyPr vert="horz" lIns="91440" tIns="45720" rIns="91440" bIns="45720" rtlCol="0" anchor="ctr"/>
          <a:lstStyle>
            <a:lvl1pPr algn="r">
              <a:defRPr sz="900">
                <a:solidFill>
                  <a:schemeClr val="tx2"/>
                </a:solidFill>
              </a:defRPr>
            </a:lvl1pPr>
          </a:lstStyle>
          <a:p>
            <a:r>
              <a:rPr lang="en-GB" altLang="ja-JP"/>
              <a:t>© Hitachi Rail Limited 202</a:t>
            </a:r>
            <a:r>
              <a:rPr lang="hu-HU" altLang="ja-JP"/>
              <a:t>6</a:t>
            </a:r>
            <a:r>
              <a:rPr lang="en-GB" altLang="ja-JP"/>
              <a:t>. All rights reserved.</a:t>
            </a:r>
            <a:endParaRPr lang="en-US" altLang="ja-JP" dirty="0"/>
          </a:p>
        </p:txBody>
      </p:sp>
      <p:sp>
        <p:nvSpPr>
          <p:cNvPr id="12" name="Text Placeholder 13">
            <a:extLst>
              <a:ext uri="{FF2B5EF4-FFF2-40B4-BE49-F238E27FC236}">
                <a16:creationId xmlns:a16="http://schemas.microsoft.com/office/drawing/2014/main" id="{7C420878-22D9-343F-6C04-80D7CAB722DE}"/>
              </a:ext>
            </a:extLst>
          </p:cNvPr>
          <p:cNvSpPr>
            <a:spLocks noGrp="1"/>
          </p:cNvSpPr>
          <p:nvPr>
            <p:ph type="body" sz="quarter" idx="10"/>
          </p:nvPr>
        </p:nvSpPr>
        <p:spPr>
          <a:xfrm>
            <a:off x="1226080" y="1861233"/>
            <a:ext cx="10665883" cy="4466835"/>
          </a:xfrm>
          <a:prstGeom prst="rect">
            <a:avLst/>
          </a:prstGeom>
        </p:spPr>
        <p:txBody>
          <a:bodyPr anchor="t"/>
          <a:lstStyle>
            <a:lvl1pPr marL="0" indent="0">
              <a:buNone/>
              <a:defRPr sz="3500"/>
            </a:lvl1pPr>
            <a:lvl2pPr marL="0" indent="0">
              <a:spcAft>
                <a:spcPts val="2400"/>
              </a:spcAft>
              <a:buNone/>
              <a:defRPr sz="2800">
                <a:solidFill>
                  <a:schemeClr val="accent1"/>
                </a:solidFill>
              </a:defRPr>
            </a:lvl2pPr>
            <a:lvl3pPr marL="0" indent="0">
              <a:buNone/>
              <a:defRPr/>
            </a:lvl3pPr>
          </a:lstStyle>
          <a:p>
            <a:pPr lvl="0"/>
            <a:r>
              <a:rPr lang="en-US"/>
              <a:t>Edit Master text styles</a:t>
            </a:r>
          </a:p>
          <a:p>
            <a:pPr lvl="1"/>
            <a:r>
              <a:rPr lang="en-US"/>
              <a:t>Second level</a:t>
            </a:r>
          </a:p>
          <a:p>
            <a:pPr lvl="2"/>
            <a:r>
              <a:rPr lang="en-US"/>
              <a:t>Third level</a:t>
            </a:r>
          </a:p>
        </p:txBody>
      </p:sp>
      <p:pic>
        <p:nvPicPr>
          <p:cNvPr id="9" name="Picture 8">
            <a:extLst>
              <a:ext uri="{FF2B5EF4-FFF2-40B4-BE49-F238E27FC236}">
                <a16:creationId xmlns:a16="http://schemas.microsoft.com/office/drawing/2014/main" id="{46ECEF63-3E91-EAB3-DB7D-50BC48845E56}"/>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10379075" y="268958"/>
            <a:ext cx="1518354" cy="432767"/>
          </a:xfrm>
          <a:prstGeom prst="rect">
            <a:avLst/>
          </a:prstGeom>
        </p:spPr>
      </p:pic>
      <p:grpSp>
        <p:nvGrpSpPr>
          <p:cNvPr id="3" name="Group 2">
            <a:extLst>
              <a:ext uri="{FF2B5EF4-FFF2-40B4-BE49-F238E27FC236}">
                <a16:creationId xmlns:a16="http://schemas.microsoft.com/office/drawing/2014/main" id="{187D1F2A-48CE-395B-1EA3-BF5C5A828A10}"/>
              </a:ext>
            </a:extLst>
          </p:cNvPr>
          <p:cNvGrpSpPr/>
          <p:nvPr userDrawn="1"/>
        </p:nvGrpSpPr>
        <p:grpSpPr>
          <a:xfrm>
            <a:off x="-3" y="900892"/>
            <a:ext cx="12196766" cy="88429"/>
            <a:chOff x="-3" y="595771"/>
            <a:chExt cx="9144003" cy="66296"/>
          </a:xfrm>
        </p:grpSpPr>
        <p:sp>
          <p:nvSpPr>
            <p:cNvPr id="4" name="正方形/長方形 11">
              <a:extLst>
                <a:ext uri="{FF2B5EF4-FFF2-40B4-BE49-F238E27FC236}">
                  <a16:creationId xmlns:a16="http://schemas.microsoft.com/office/drawing/2014/main" id="{1A231A19-662C-4E1F-DB6C-E6710A1318C1}"/>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7" name="グループ化 62">
              <a:extLst>
                <a:ext uri="{FF2B5EF4-FFF2-40B4-BE49-F238E27FC236}">
                  <a16:creationId xmlns:a16="http://schemas.microsoft.com/office/drawing/2014/main" id="{E4F531BB-58AA-2BBF-7679-16A1429B7A08}"/>
                </a:ext>
              </a:extLst>
            </p:cNvPr>
            <p:cNvGrpSpPr/>
            <p:nvPr userDrawn="1"/>
          </p:nvGrpSpPr>
          <p:grpSpPr bwMode="gray">
            <a:xfrm>
              <a:off x="-3" y="595771"/>
              <a:ext cx="1318393" cy="66295"/>
              <a:chOff x="312738" y="2747958"/>
              <a:chExt cx="1970087" cy="109542"/>
            </a:xfrm>
          </p:grpSpPr>
          <p:sp>
            <p:nvSpPr>
              <p:cNvPr id="13" name="正方形/長方形 69">
                <a:extLst>
                  <a:ext uri="{FF2B5EF4-FFF2-40B4-BE49-F238E27FC236}">
                    <a16:creationId xmlns:a16="http://schemas.microsoft.com/office/drawing/2014/main" id="{0B27DCD1-FC75-F9D9-BE71-8873E3636246}"/>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14" name="正方形/長方形 70">
                <a:extLst>
                  <a:ext uri="{FF2B5EF4-FFF2-40B4-BE49-F238E27FC236}">
                    <a16:creationId xmlns:a16="http://schemas.microsoft.com/office/drawing/2014/main" id="{4DCC936C-9706-8E45-477D-4B44628A70EA}"/>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5" name="Slide Number Placeholder 4">
            <a:extLst>
              <a:ext uri="{FF2B5EF4-FFF2-40B4-BE49-F238E27FC236}">
                <a16:creationId xmlns:a16="http://schemas.microsoft.com/office/drawing/2014/main" id="{54BD028E-AF65-3434-19C8-44542726EF62}"/>
              </a:ext>
            </a:extLst>
          </p:cNvPr>
          <p:cNvSpPr>
            <a:spLocks noGrp="1"/>
          </p:cNvSpPr>
          <p:nvPr>
            <p:ph type="sldNum" sz="quarter" idx="11"/>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20235199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Inners - Section Divider_Style 3">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8AB77562-D059-1A26-109C-33B572F90372}"/>
              </a:ext>
            </a:extLst>
          </p:cNvPr>
          <p:cNvSpPr/>
          <p:nvPr/>
        </p:nvSpPr>
        <p:spPr>
          <a:xfrm>
            <a:off x="0" y="1"/>
            <a:ext cx="12192000" cy="68580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ooter Placeholder 6">
            <a:extLst>
              <a:ext uri="{FF2B5EF4-FFF2-40B4-BE49-F238E27FC236}">
                <a16:creationId xmlns:a16="http://schemas.microsoft.com/office/drawing/2014/main" id="{CB184B0B-51BF-3553-96B9-C2618A9087FE}"/>
              </a:ext>
            </a:extLst>
          </p:cNvPr>
          <p:cNvSpPr>
            <a:spLocks noGrp="1"/>
          </p:cNvSpPr>
          <p:nvPr>
            <p:ph type="ftr" sz="quarter" idx="3"/>
          </p:nvPr>
        </p:nvSpPr>
        <p:spPr>
          <a:xfrm>
            <a:off x="9275975" y="6328069"/>
            <a:ext cx="2714134" cy="365125"/>
          </a:xfrm>
          <a:prstGeom prst="rect">
            <a:avLst/>
          </a:prstGeom>
        </p:spPr>
        <p:txBody>
          <a:bodyPr vert="horz" lIns="91440" tIns="45720" rIns="91440" bIns="45720" rtlCol="0" anchor="ctr"/>
          <a:lstStyle>
            <a:lvl1pPr algn="r">
              <a:defRPr sz="900">
                <a:solidFill>
                  <a:schemeClr val="bg1"/>
                </a:solidFill>
              </a:defRPr>
            </a:lvl1pPr>
          </a:lstStyle>
          <a:p>
            <a:r>
              <a:rPr lang="en-GB" altLang="ja-JP"/>
              <a:t>© Hitachi Rail Limited 2024. All rights reserved.</a:t>
            </a:r>
            <a:endParaRPr lang="en-US" altLang="ja-JP"/>
          </a:p>
        </p:txBody>
      </p:sp>
      <p:sp>
        <p:nvSpPr>
          <p:cNvPr id="12" name="Text Placeholder 13">
            <a:extLst>
              <a:ext uri="{FF2B5EF4-FFF2-40B4-BE49-F238E27FC236}">
                <a16:creationId xmlns:a16="http://schemas.microsoft.com/office/drawing/2014/main" id="{7C420878-22D9-343F-6C04-80D7CAB722DE}"/>
              </a:ext>
            </a:extLst>
          </p:cNvPr>
          <p:cNvSpPr>
            <a:spLocks noGrp="1"/>
          </p:cNvSpPr>
          <p:nvPr>
            <p:ph type="body" sz="quarter" idx="10"/>
          </p:nvPr>
        </p:nvSpPr>
        <p:spPr>
          <a:xfrm>
            <a:off x="1226080" y="1861233"/>
            <a:ext cx="10665883" cy="4466835"/>
          </a:xfrm>
          <a:prstGeom prst="rect">
            <a:avLst/>
          </a:prstGeom>
        </p:spPr>
        <p:txBody>
          <a:bodyPr anchor="t"/>
          <a:lstStyle>
            <a:lvl1pPr marL="0" indent="0">
              <a:buNone/>
              <a:defRPr sz="3500">
                <a:solidFill>
                  <a:schemeClr val="bg1"/>
                </a:solidFill>
              </a:defRPr>
            </a:lvl1pPr>
            <a:lvl2pPr marL="0" indent="0">
              <a:spcAft>
                <a:spcPts val="2400"/>
              </a:spcAft>
              <a:buNone/>
              <a:defRPr sz="2800">
                <a:solidFill>
                  <a:schemeClr val="accent1"/>
                </a:solidFill>
              </a:defRPr>
            </a:lvl2pPr>
            <a:lvl3pPr marL="0" indent="0">
              <a:buNone/>
              <a:defRPr>
                <a:solidFill>
                  <a:schemeClr val="bg1"/>
                </a:solidFill>
              </a:defRPr>
            </a:lvl3pPr>
          </a:lstStyle>
          <a:p>
            <a:pPr lvl="0"/>
            <a:r>
              <a:rPr lang="en-US"/>
              <a:t>Edit Master text styles</a:t>
            </a:r>
          </a:p>
          <a:p>
            <a:pPr lvl="1"/>
            <a:r>
              <a:rPr lang="en-US"/>
              <a:t>Second level</a:t>
            </a:r>
          </a:p>
          <a:p>
            <a:pPr lvl="2"/>
            <a:r>
              <a:rPr lang="en-US"/>
              <a:t>Third level</a:t>
            </a:r>
          </a:p>
        </p:txBody>
      </p:sp>
      <p:pic>
        <p:nvPicPr>
          <p:cNvPr id="4" name="Picture 3">
            <a:extLst>
              <a:ext uri="{FF2B5EF4-FFF2-40B4-BE49-F238E27FC236}">
                <a16:creationId xmlns:a16="http://schemas.microsoft.com/office/drawing/2014/main" id="{FC41EF07-8100-8111-F7E4-9CDB9186A0F4}"/>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10379075" y="268958"/>
            <a:ext cx="1518354" cy="432768"/>
          </a:xfrm>
          <a:prstGeom prst="rect">
            <a:avLst/>
          </a:prstGeom>
        </p:spPr>
      </p:pic>
      <p:grpSp>
        <p:nvGrpSpPr>
          <p:cNvPr id="13" name="Group 12">
            <a:extLst>
              <a:ext uri="{FF2B5EF4-FFF2-40B4-BE49-F238E27FC236}">
                <a16:creationId xmlns:a16="http://schemas.microsoft.com/office/drawing/2014/main" id="{0D1C70F2-F108-E976-15CD-4134A4CD3B75}"/>
              </a:ext>
            </a:extLst>
          </p:cNvPr>
          <p:cNvGrpSpPr/>
          <p:nvPr userDrawn="1"/>
        </p:nvGrpSpPr>
        <p:grpSpPr>
          <a:xfrm>
            <a:off x="-3" y="900892"/>
            <a:ext cx="12196766" cy="88429"/>
            <a:chOff x="-3" y="595771"/>
            <a:chExt cx="9144003" cy="66296"/>
          </a:xfrm>
        </p:grpSpPr>
        <p:sp>
          <p:nvSpPr>
            <p:cNvPr id="14" name="正方形/長方形 11">
              <a:extLst>
                <a:ext uri="{FF2B5EF4-FFF2-40B4-BE49-F238E27FC236}">
                  <a16:creationId xmlns:a16="http://schemas.microsoft.com/office/drawing/2014/main" id="{8364E234-3AFB-B7C2-8961-C3E317A7CA3B}"/>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15" name="グループ化 62">
              <a:extLst>
                <a:ext uri="{FF2B5EF4-FFF2-40B4-BE49-F238E27FC236}">
                  <a16:creationId xmlns:a16="http://schemas.microsoft.com/office/drawing/2014/main" id="{FCE79561-5086-A073-9E60-7F3B1BE4A89D}"/>
                </a:ext>
              </a:extLst>
            </p:cNvPr>
            <p:cNvGrpSpPr/>
            <p:nvPr userDrawn="1"/>
          </p:nvGrpSpPr>
          <p:grpSpPr bwMode="gray">
            <a:xfrm>
              <a:off x="-3" y="595771"/>
              <a:ext cx="1318393" cy="66295"/>
              <a:chOff x="312738" y="2747958"/>
              <a:chExt cx="1970087" cy="109542"/>
            </a:xfrm>
          </p:grpSpPr>
          <p:sp>
            <p:nvSpPr>
              <p:cNvPr id="16" name="正方形/長方形 69">
                <a:extLst>
                  <a:ext uri="{FF2B5EF4-FFF2-40B4-BE49-F238E27FC236}">
                    <a16:creationId xmlns:a16="http://schemas.microsoft.com/office/drawing/2014/main" id="{9E1A06D7-FDA5-F7D5-B087-FD68DB8442B5}"/>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20" name="正方形/長方形 70">
                <a:extLst>
                  <a:ext uri="{FF2B5EF4-FFF2-40B4-BE49-F238E27FC236}">
                    <a16:creationId xmlns:a16="http://schemas.microsoft.com/office/drawing/2014/main" id="{E5F2CE54-9189-1F3C-B8E3-E56DF5868798}"/>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3" name="Slide Number Placeholder 2">
            <a:extLst>
              <a:ext uri="{FF2B5EF4-FFF2-40B4-BE49-F238E27FC236}">
                <a16:creationId xmlns:a16="http://schemas.microsoft.com/office/drawing/2014/main" id="{506412C5-235D-B554-6F76-C09F27CF47D0}"/>
              </a:ext>
            </a:extLst>
          </p:cNvPr>
          <p:cNvSpPr>
            <a:spLocks noGrp="1"/>
          </p:cNvSpPr>
          <p:nvPr>
            <p:ph type="sldNum" sz="quarter" idx="11"/>
          </p:nvPr>
        </p:nvSpPr>
        <p:spPr/>
        <p:txBody>
          <a:bodyPr/>
          <a:lstStyle>
            <a:lvl1pPr>
              <a:defRPr>
                <a:solidFill>
                  <a:schemeClr val="bg1"/>
                </a:solidFill>
              </a:defRPr>
            </a:lvl1pPr>
          </a:lstStyle>
          <a:p>
            <a:fld id="{BD5A2AE7-DD7B-40D6-95B5-BB379B136F09}" type="slidenum">
              <a:rPr lang="en-GB" smtClean="0"/>
              <a:pPr/>
              <a:t>‹#›</a:t>
            </a:fld>
            <a:endParaRPr lang="en-GB"/>
          </a:p>
        </p:txBody>
      </p:sp>
    </p:spTree>
    <p:extLst>
      <p:ext uri="{BB962C8B-B14F-4D97-AF65-F5344CB8AC3E}">
        <p14:creationId xmlns:p14="http://schemas.microsoft.com/office/powerpoint/2010/main" val="33422387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Inners - 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8D73-3104-2C3B-3495-B1CC635AA2B0}"/>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CF1B4248-E10F-78DB-3F2B-128F68F7445C}"/>
              </a:ext>
            </a:extLst>
          </p:cNvPr>
          <p:cNvSpPr>
            <a:spLocks noGrp="1"/>
          </p:cNvSpPr>
          <p:nvPr>
            <p:ph type="ftr" sz="quarter" idx="10"/>
          </p:nvPr>
        </p:nvSpPr>
        <p:spPr/>
        <p:txBody>
          <a:bodyPr/>
          <a:lstStyle/>
          <a:p>
            <a:r>
              <a:rPr lang="en-GB" altLang="ja-JP"/>
              <a:t>© Hitachi Rail Limited 202</a:t>
            </a:r>
            <a:r>
              <a:rPr lang="hu-HU" altLang="ja-JP"/>
              <a:t>6</a:t>
            </a:r>
            <a:r>
              <a:rPr lang="en-GB" altLang="ja-JP"/>
              <a:t>. All rights reserved.</a:t>
            </a:r>
            <a:endParaRPr lang="en-US" altLang="ja-JP" dirty="0"/>
          </a:p>
        </p:txBody>
      </p:sp>
      <p:sp>
        <p:nvSpPr>
          <p:cNvPr id="4" name="Slide Number Placeholder 3">
            <a:extLst>
              <a:ext uri="{FF2B5EF4-FFF2-40B4-BE49-F238E27FC236}">
                <a16:creationId xmlns:a16="http://schemas.microsoft.com/office/drawing/2014/main" id="{37E0103D-8A29-49AC-2C41-F645D2586AD8}"/>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6" name="Text Placeholder 5">
            <a:extLst>
              <a:ext uri="{FF2B5EF4-FFF2-40B4-BE49-F238E27FC236}">
                <a16:creationId xmlns:a16="http://schemas.microsoft.com/office/drawing/2014/main" id="{DB2CBA57-2D2C-F372-E8A0-687CE7D06F15}"/>
              </a:ext>
            </a:extLst>
          </p:cNvPr>
          <p:cNvSpPr>
            <a:spLocks noGrp="1"/>
          </p:cNvSpPr>
          <p:nvPr>
            <p:ph type="body" sz="quarter" idx="12"/>
          </p:nvPr>
        </p:nvSpPr>
        <p:spPr>
          <a:xfrm>
            <a:off x="300038" y="1233488"/>
            <a:ext cx="11591925"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3793406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Inners - 2 column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378D73-3104-2C3B-3495-B1CC635AA2B0}"/>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CF1B4248-E10F-78DB-3F2B-128F68F7445C}"/>
              </a:ext>
            </a:extLst>
          </p:cNvPr>
          <p:cNvSpPr>
            <a:spLocks noGrp="1"/>
          </p:cNvSpPr>
          <p:nvPr>
            <p:ph type="ftr" sz="quarter" idx="10"/>
          </p:nvPr>
        </p:nvSpPr>
        <p:spPr/>
        <p:txBody>
          <a:bodyPr/>
          <a:lstStyle/>
          <a:p>
            <a:r>
              <a:rPr lang="en-GB" altLang="ja-JP"/>
              <a:t>© Hitachi Rail Limited 202</a:t>
            </a:r>
            <a:r>
              <a:rPr lang="hu-HU" altLang="ja-JP"/>
              <a:t>6</a:t>
            </a:r>
            <a:r>
              <a:rPr lang="en-GB" altLang="ja-JP"/>
              <a:t>. All rights reserved.</a:t>
            </a:r>
            <a:endParaRPr lang="en-US" altLang="ja-JP" dirty="0"/>
          </a:p>
        </p:txBody>
      </p:sp>
      <p:sp>
        <p:nvSpPr>
          <p:cNvPr id="4" name="Slide Number Placeholder 3">
            <a:extLst>
              <a:ext uri="{FF2B5EF4-FFF2-40B4-BE49-F238E27FC236}">
                <a16:creationId xmlns:a16="http://schemas.microsoft.com/office/drawing/2014/main" id="{37E0103D-8A29-49AC-2C41-F645D2586AD8}"/>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6" name="Text Placeholder 5">
            <a:extLst>
              <a:ext uri="{FF2B5EF4-FFF2-40B4-BE49-F238E27FC236}">
                <a16:creationId xmlns:a16="http://schemas.microsoft.com/office/drawing/2014/main" id="{DB2CBA57-2D2C-F372-E8A0-687CE7D06F15}"/>
              </a:ext>
            </a:extLst>
          </p:cNvPr>
          <p:cNvSpPr>
            <a:spLocks noGrp="1"/>
          </p:cNvSpPr>
          <p:nvPr>
            <p:ph type="body" sz="quarter" idx="12"/>
          </p:nvPr>
        </p:nvSpPr>
        <p:spPr>
          <a:xfrm>
            <a:off x="300039" y="1233488"/>
            <a:ext cx="5679848"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 name="Text Placeholder 5">
            <a:extLst>
              <a:ext uri="{FF2B5EF4-FFF2-40B4-BE49-F238E27FC236}">
                <a16:creationId xmlns:a16="http://schemas.microsoft.com/office/drawing/2014/main" id="{DDCBA5DF-F79A-E062-6847-B7605B4A99DB}"/>
              </a:ext>
            </a:extLst>
          </p:cNvPr>
          <p:cNvSpPr>
            <a:spLocks noGrp="1"/>
          </p:cNvSpPr>
          <p:nvPr>
            <p:ph type="body" sz="quarter" idx="13"/>
          </p:nvPr>
        </p:nvSpPr>
        <p:spPr>
          <a:xfrm>
            <a:off x="6187041" y="1233488"/>
            <a:ext cx="5679848"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695478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Inners - 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E3AB8-2C58-3E6A-1779-87ACEF13A3FC}"/>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8699B134-7AA1-11CC-11D8-41EC58B7D028}"/>
              </a:ext>
            </a:extLst>
          </p:cNvPr>
          <p:cNvSpPr>
            <a:spLocks noGrp="1"/>
          </p:cNvSpPr>
          <p:nvPr>
            <p:ph type="ftr" sz="quarter" idx="10"/>
          </p:nvPr>
        </p:nvSpPr>
        <p:spPr/>
        <p:txBody>
          <a:bodyPr/>
          <a:lstStyle/>
          <a:p>
            <a:r>
              <a:rPr lang="en-GB" altLang="ja-JP"/>
              <a:t>© Hitachi Rail Limited 202</a:t>
            </a:r>
            <a:r>
              <a:rPr lang="hu-HU" altLang="ja-JP"/>
              <a:t>6</a:t>
            </a:r>
            <a:r>
              <a:rPr lang="en-GB" altLang="ja-JP"/>
              <a:t>. All rights reserved.</a:t>
            </a:r>
            <a:endParaRPr lang="en-US" altLang="ja-JP" dirty="0"/>
          </a:p>
        </p:txBody>
      </p:sp>
      <p:sp>
        <p:nvSpPr>
          <p:cNvPr id="4" name="Slide Number Placeholder 3">
            <a:extLst>
              <a:ext uri="{FF2B5EF4-FFF2-40B4-BE49-F238E27FC236}">
                <a16:creationId xmlns:a16="http://schemas.microsoft.com/office/drawing/2014/main" id="{8F13104A-950F-B9C5-9D47-13F20E027B29}"/>
              </a:ext>
            </a:extLst>
          </p:cNvPr>
          <p:cNvSpPr>
            <a:spLocks noGrp="1"/>
          </p:cNvSpPr>
          <p:nvPr>
            <p:ph type="sldNum" sz="quarter" idx="11"/>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356219424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Inners - 3x content and image horizontal">
    <p:spTree>
      <p:nvGrpSpPr>
        <p:cNvPr id="1" name=""/>
        <p:cNvGrpSpPr/>
        <p:nvPr/>
      </p:nvGrpSpPr>
      <p:grpSpPr>
        <a:xfrm>
          <a:off x="0" y="0"/>
          <a:ext cx="0" cy="0"/>
          <a:chOff x="0" y="0"/>
          <a:chExt cx="0" cy="0"/>
        </a:xfrm>
      </p:grpSpPr>
      <p:sp>
        <p:nvSpPr>
          <p:cNvPr id="19" name="Picture Placeholder 15">
            <a:extLst>
              <a:ext uri="{FF2B5EF4-FFF2-40B4-BE49-F238E27FC236}">
                <a16:creationId xmlns:a16="http://schemas.microsoft.com/office/drawing/2014/main" id="{1939FAA9-DCD2-855E-3F59-52FD5AB45722}"/>
              </a:ext>
            </a:extLst>
          </p:cNvPr>
          <p:cNvSpPr>
            <a:spLocks noGrp="1"/>
          </p:cNvSpPr>
          <p:nvPr>
            <p:ph type="pic" sz="quarter" idx="13"/>
          </p:nvPr>
        </p:nvSpPr>
        <p:spPr>
          <a:xfrm>
            <a:off x="300038" y="1868488"/>
            <a:ext cx="4094162" cy="1412875"/>
          </a:xfrm>
          <a:solidFill>
            <a:srgbClr val="F2F2F2"/>
          </a:solidFill>
        </p:spPr>
        <p:txBody>
          <a:bodyPr/>
          <a:lstStyle/>
          <a:p>
            <a:r>
              <a:rPr lang="en-US"/>
              <a:t>Click icon to add picture</a:t>
            </a:r>
            <a:endParaRPr lang="en-GB"/>
          </a:p>
        </p:txBody>
      </p:sp>
      <p:sp>
        <p:nvSpPr>
          <p:cNvPr id="20" name="Picture Placeholder 15">
            <a:extLst>
              <a:ext uri="{FF2B5EF4-FFF2-40B4-BE49-F238E27FC236}">
                <a16:creationId xmlns:a16="http://schemas.microsoft.com/office/drawing/2014/main" id="{EF4ADE23-F875-E83A-9A8A-52D47397144E}"/>
              </a:ext>
            </a:extLst>
          </p:cNvPr>
          <p:cNvSpPr>
            <a:spLocks noGrp="1"/>
          </p:cNvSpPr>
          <p:nvPr>
            <p:ph type="pic" sz="quarter" idx="14"/>
          </p:nvPr>
        </p:nvSpPr>
        <p:spPr>
          <a:xfrm>
            <a:off x="300038" y="3382168"/>
            <a:ext cx="4094162" cy="1412875"/>
          </a:xfrm>
          <a:solidFill>
            <a:srgbClr val="F2F2F2"/>
          </a:solidFill>
        </p:spPr>
        <p:txBody>
          <a:bodyPr/>
          <a:lstStyle/>
          <a:p>
            <a:r>
              <a:rPr lang="en-US"/>
              <a:t>Click icon to add picture</a:t>
            </a:r>
            <a:endParaRPr lang="en-GB"/>
          </a:p>
        </p:txBody>
      </p:sp>
      <p:sp>
        <p:nvSpPr>
          <p:cNvPr id="21" name="Picture Placeholder 15">
            <a:extLst>
              <a:ext uri="{FF2B5EF4-FFF2-40B4-BE49-F238E27FC236}">
                <a16:creationId xmlns:a16="http://schemas.microsoft.com/office/drawing/2014/main" id="{AE26F835-A307-9257-6C87-129E348B4F4A}"/>
              </a:ext>
            </a:extLst>
          </p:cNvPr>
          <p:cNvSpPr>
            <a:spLocks noGrp="1"/>
          </p:cNvSpPr>
          <p:nvPr>
            <p:ph type="pic" sz="quarter" idx="15"/>
          </p:nvPr>
        </p:nvSpPr>
        <p:spPr>
          <a:xfrm>
            <a:off x="300038" y="4895848"/>
            <a:ext cx="4094162" cy="1412875"/>
          </a:xfrm>
          <a:solidFill>
            <a:srgbClr val="F2F2F2"/>
          </a:solidFill>
        </p:spPr>
        <p:txBody>
          <a:bodyPr/>
          <a:lstStyle/>
          <a:p>
            <a:r>
              <a:rPr lang="en-US"/>
              <a:t>Click icon to add picture</a:t>
            </a:r>
            <a:endParaRPr lang="en-GB"/>
          </a:p>
        </p:txBody>
      </p:sp>
      <p:sp>
        <p:nvSpPr>
          <p:cNvPr id="2" name="Title 1">
            <a:extLst>
              <a:ext uri="{FF2B5EF4-FFF2-40B4-BE49-F238E27FC236}">
                <a16:creationId xmlns:a16="http://schemas.microsoft.com/office/drawing/2014/main" id="{CD6094E2-3BE1-9E7D-EF2F-E141278F3450}"/>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5E9926E3-A52D-0EFE-D73F-539C42A4458E}"/>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02987E64-2F35-4704-B3B9-FED7A1A2008F}"/>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5" name="Text Placeholder 14">
            <a:extLst>
              <a:ext uri="{FF2B5EF4-FFF2-40B4-BE49-F238E27FC236}">
                <a16:creationId xmlns:a16="http://schemas.microsoft.com/office/drawing/2014/main" id="{5EB93DB4-EA05-6BBE-20C7-B12D5DEACC10}"/>
              </a:ext>
            </a:extLst>
          </p:cNvPr>
          <p:cNvSpPr>
            <a:spLocks noGrp="1"/>
          </p:cNvSpPr>
          <p:nvPr>
            <p:ph type="body" sz="quarter" idx="12"/>
          </p:nvPr>
        </p:nvSpPr>
        <p:spPr>
          <a:xfrm>
            <a:off x="300038" y="1233489"/>
            <a:ext cx="11591925" cy="541324"/>
          </a:xfrm>
        </p:spPr>
        <p:txBody>
          <a:bodyPr/>
          <a:lstStyle/>
          <a:p>
            <a:pPr lvl="0"/>
            <a:r>
              <a:rPr lang="en-US" sz="2000" b="1">
                <a:solidFill>
                  <a:schemeClr val="tx1"/>
                </a:solidFill>
              </a:rPr>
              <a:t>Edit Master text styles</a:t>
            </a:r>
          </a:p>
        </p:txBody>
      </p:sp>
      <p:sp>
        <p:nvSpPr>
          <p:cNvPr id="26" name="Text Placeholder 22">
            <a:extLst>
              <a:ext uri="{FF2B5EF4-FFF2-40B4-BE49-F238E27FC236}">
                <a16:creationId xmlns:a16="http://schemas.microsoft.com/office/drawing/2014/main" id="{7EC6A425-512B-3EC0-5ACF-96526E4C21BA}"/>
              </a:ext>
            </a:extLst>
          </p:cNvPr>
          <p:cNvSpPr>
            <a:spLocks noGrp="1"/>
          </p:cNvSpPr>
          <p:nvPr>
            <p:ph type="body" sz="quarter" idx="16"/>
          </p:nvPr>
        </p:nvSpPr>
        <p:spPr>
          <a:xfrm>
            <a:off x="4394200" y="1868488"/>
            <a:ext cx="7497763" cy="1412875"/>
          </a:xfrm>
          <a:solidFill>
            <a:srgbClr val="F2F2F2"/>
          </a:solidFill>
        </p:spPr>
        <p:txBody>
          <a:bodyPr lIns="180000"/>
          <a:lstStyle/>
          <a:p>
            <a:pPr lvl="0"/>
            <a:r>
              <a:rPr lang="en-US"/>
              <a:t>Edit Master text styles</a:t>
            </a:r>
          </a:p>
          <a:p>
            <a:pPr lvl="1"/>
            <a:r>
              <a:rPr lang="en-US"/>
              <a:t>Second level</a:t>
            </a:r>
          </a:p>
          <a:p>
            <a:pPr lvl="2"/>
            <a:r>
              <a:rPr lang="en-US"/>
              <a:t>Third level</a:t>
            </a:r>
          </a:p>
        </p:txBody>
      </p:sp>
      <p:sp>
        <p:nvSpPr>
          <p:cNvPr id="27" name="Text Placeholder 22">
            <a:extLst>
              <a:ext uri="{FF2B5EF4-FFF2-40B4-BE49-F238E27FC236}">
                <a16:creationId xmlns:a16="http://schemas.microsoft.com/office/drawing/2014/main" id="{026E15FE-740D-67C2-6351-CC9D1D007EBD}"/>
              </a:ext>
            </a:extLst>
          </p:cNvPr>
          <p:cNvSpPr>
            <a:spLocks noGrp="1"/>
          </p:cNvSpPr>
          <p:nvPr>
            <p:ph type="body" sz="quarter" idx="17"/>
          </p:nvPr>
        </p:nvSpPr>
        <p:spPr>
          <a:xfrm>
            <a:off x="4394200" y="3382168"/>
            <a:ext cx="7497763" cy="1412875"/>
          </a:xfrm>
          <a:solidFill>
            <a:srgbClr val="F2F2F2"/>
          </a:solidFill>
        </p:spPr>
        <p:txBody>
          <a:bodyPr lIns="180000"/>
          <a:lstStyle/>
          <a:p>
            <a:pPr lvl="0"/>
            <a:r>
              <a:rPr lang="en-US"/>
              <a:t>Edit Master text styles</a:t>
            </a:r>
          </a:p>
          <a:p>
            <a:pPr lvl="1"/>
            <a:r>
              <a:rPr lang="en-US"/>
              <a:t>Second level</a:t>
            </a:r>
          </a:p>
          <a:p>
            <a:pPr lvl="2"/>
            <a:r>
              <a:rPr lang="en-US"/>
              <a:t>Third level</a:t>
            </a:r>
          </a:p>
        </p:txBody>
      </p:sp>
      <p:sp>
        <p:nvSpPr>
          <p:cNvPr id="28" name="Text Placeholder 22">
            <a:extLst>
              <a:ext uri="{FF2B5EF4-FFF2-40B4-BE49-F238E27FC236}">
                <a16:creationId xmlns:a16="http://schemas.microsoft.com/office/drawing/2014/main" id="{DB80642A-6F99-9280-14CC-067F0BC54C7E}"/>
              </a:ext>
            </a:extLst>
          </p:cNvPr>
          <p:cNvSpPr>
            <a:spLocks noGrp="1"/>
          </p:cNvSpPr>
          <p:nvPr>
            <p:ph type="body" sz="quarter" idx="18"/>
          </p:nvPr>
        </p:nvSpPr>
        <p:spPr>
          <a:xfrm>
            <a:off x="4394200" y="4895848"/>
            <a:ext cx="7497763" cy="1412875"/>
          </a:xfrm>
          <a:solidFill>
            <a:srgbClr val="F2F2F2"/>
          </a:solidFill>
        </p:spPr>
        <p:txBody>
          <a:bodyPr lIns="180000"/>
          <a:lstStyle/>
          <a:p>
            <a:pPr lvl="0"/>
            <a:r>
              <a:rPr lang="en-US"/>
              <a:t>Edit Master text styles</a:t>
            </a:r>
          </a:p>
          <a:p>
            <a:pPr lvl="1"/>
            <a:r>
              <a:rPr lang="en-US"/>
              <a:t>Second level</a:t>
            </a:r>
          </a:p>
          <a:p>
            <a:pPr lvl="2"/>
            <a:r>
              <a:rPr lang="en-US"/>
              <a:t>Third level</a:t>
            </a:r>
          </a:p>
        </p:txBody>
      </p:sp>
    </p:spTree>
    <p:extLst>
      <p:ext uri="{BB962C8B-B14F-4D97-AF65-F5344CB8AC3E}">
        <p14:creationId xmlns:p14="http://schemas.microsoft.com/office/powerpoint/2010/main" val="27033672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Inners - 3 x image flow">
    <p:spTree>
      <p:nvGrpSpPr>
        <p:cNvPr id="1" name=""/>
        <p:cNvGrpSpPr/>
        <p:nvPr/>
      </p:nvGrpSpPr>
      <p:grpSpPr>
        <a:xfrm>
          <a:off x="0" y="0"/>
          <a:ext cx="0" cy="0"/>
          <a:chOff x="0" y="0"/>
          <a:chExt cx="0" cy="0"/>
        </a:xfrm>
      </p:grpSpPr>
      <p:sp>
        <p:nvSpPr>
          <p:cNvPr id="31" name="Picture Placeholder 23">
            <a:extLst>
              <a:ext uri="{FF2B5EF4-FFF2-40B4-BE49-F238E27FC236}">
                <a16:creationId xmlns:a16="http://schemas.microsoft.com/office/drawing/2014/main" id="{1B52C00F-BA8C-CB98-D584-569D54F25793}"/>
              </a:ext>
            </a:extLst>
          </p:cNvPr>
          <p:cNvSpPr>
            <a:spLocks noGrp="1"/>
          </p:cNvSpPr>
          <p:nvPr>
            <p:ph type="pic" sz="quarter" idx="12"/>
          </p:nvPr>
        </p:nvSpPr>
        <p:spPr>
          <a:xfrm>
            <a:off x="300038" y="1243013"/>
            <a:ext cx="3783012" cy="2109787"/>
          </a:xfrm>
          <a:solidFill>
            <a:srgbClr val="F2F2F2"/>
          </a:solidFill>
        </p:spPr>
        <p:txBody>
          <a:bodyPr/>
          <a:lstStyle/>
          <a:p>
            <a:r>
              <a:rPr lang="en-US"/>
              <a:t>Click icon to add picture</a:t>
            </a:r>
            <a:endParaRPr lang="en-GB"/>
          </a:p>
        </p:txBody>
      </p:sp>
      <p:sp>
        <p:nvSpPr>
          <p:cNvPr id="32" name="Picture Placeholder 23">
            <a:extLst>
              <a:ext uri="{FF2B5EF4-FFF2-40B4-BE49-F238E27FC236}">
                <a16:creationId xmlns:a16="http://schemas.microsoft.com/office/drawing/2014/main" id="{11689824-7549-ABF0-4E87-4D61AF7EC028}"/>
              </a:ext>
            </a:extLst>
          </p:cNvPr>
          <p:cNvSpPr>
            <a:spLocks noGrp="1"/>
          </p:cNvSpPr>
          <p:nvPr>
            <p:ph type="pic" sz="quarter" idx="13"/>
          </p:nvPr>
        </p:nvSpPr>
        <p:spPr>
          <a:xfrm>
            <a:off x="4205923" y="1243013"/>
            <a:ext cx="3783012" cy="2109787"/>
          </a:xfrm>
          <a:solidFill>
            <a:srgbClr val="F2F2F2"/>
          </a:solidFill>
        </p:spPr>
        <p:txBody>
          <a:bodyPr/>
          <a:lstStyle/>
          <a:p>
            <a:r>
              <a:rPr lang="en-US"/>
              <a:t>Click icon to add picture</a:t>
            </a:r>
            <a:endParaRPr lang="en-GB"/>
          </a:p>
        </p:txBody>
      </p:sp>
      <p:sp>
        <p:nvSpPr>
          <p:cNvPr id="33" name="Picture Placeholder 23">
            <a:extLst>
              <a:ext uri="{FF2B5EF4-FFF2-40B4-BE49-F238E27FC236}">
                <a16:creationId xmlns:a16="http://schemas.microsoft.com/office/drawing/2014/main" id="{E8C8E212-87FC-4F01-9BFC-50A128586F33}"/>
              </a:ext>
            </a:extLst>
          </p:cNvPr>
          <p:cNvSpPr>
            <a:spLocks noGrp="1"/>
          </p:cNvSpPr>
          <p:nvPr>
            <p:ph type="pic" sz="quarter" idx="14"/>
          </p:nvPr>
        </p:nvSpPr>
        <p:spPr>
          <a:xfrm>
            <a:off x="8111808" y="1243013"/>
            <a:ext cx="3783012" cy="2109787"/>
          </a:xfrm>
          <a:solidFill>
            <a:srgbClr val="F2F2F2"/>
          </a:solidFill>
        </p:spPr>
        <p:txBody>
          <a:bodyPr/>
          <a:lstStyle/>
          <a:p>
            <a:r>
              <a:rPr lang="en-US"/>
              <a:t>Click icon to add picture</a:t>
            </a:r>
            <a:endParaRPr lang="en-GB"/>
          </a:p>
        </p:txBody>
      </p:sp>
      <p:sp>
        <p:nvSpPr>
          <p:cNvPr id="34" name="Text Placeholder 27">
            <a:extLst>
              <a:ext uri="{FF2B5EF4-FFF2-40B4-BE49-F238E27FC236}">
                <a16:creationId xmlns:a16="http://schemas.microsoft.com/office/drawing/2014/main" id="{D6CB1FD4-56F0-834C-AA06-1D4D14D0FCE8}"/>
              </a:ext>
            </a:extLst>
          </p:cNvPr>
          <p:cNvSpPr>
            <a:spLocks noGrp="1"/>
          </p:cNvSpPr>
          <p:nvPr>
            <p:ph type="body" sz="quarter" idx="15"/>
          </p:nvPr>
        </p:nvSpPr>
        <p:spPr>
          <a:xfrm>
            <a:off x="300038" y="3362784"/>
            <a:ext cx="3783600" cy="1314450"/>
          </a:xfrm>
          <a:solidFill>
            <a:schemeClr val="bg2"/>
          </a:solidFill>
        </p:spPr>
        <p:txBody>
          <a:bodyPr lIns="72000" tIns="72000" rIns="72000" bIns="72000">
            <a:noAutofit/>
          </a:bodyPr>
          <a:lstStyle>
            <a:lvl1pPr>
              <a:defRPr sz="20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Edit Master text styles</a:t>
            </a:r>
          </a:p>
          <a:p>
            <a:pPr lvl="1"/>
            <a:r>
              <a:rPr lang="en-US"/>
              <a:t>Second level</a:t>
            </a:r>
          </a:p>
          <a:p>
            <a:pPr lvl="2"/>
            <a:r>
              <a:rPr lang="en-US"/>
              <a:t>Third level</a:t>
            </a:r>
          </a:p>
        </p:txBody>
      </p:sp>
      <p:sp>
        <p:nvSpPr>
          <p:cNvPr id="35" name="Text Placeholder 27">
            <a:extLst>
              <a:ext uri="{FF2B5EF4-FFF2-40B4-BE49-F238E27FC236}">
                <a16:creationId xmlns:a16="http://schemas.microsoft.com/office/drawing/2014/main" id="{57C1DE3C-DC23-49C4-66ED-FBE61B7BF895}"/>
              </a:ext>
            </a:extLst>
          </p:cNvPr>
          <p:cNvSpPr>
            <a:spLocks noGrp="1"/>
          </p:cNvSpPr>
          <p:nvPr>
            <p:ph type="body" sz="quarter" idx="16"/>
          </p:nvPr>
        </p:nvSpPr>
        <p:spPr>
          <a:xfrm>
            <a:off x="4205335" y="3362784"/>
            <a:ext cx="3783600" cy="1314450"/>
          </a:xfrm>
          <a:solidFill>
            <a:schemeClr val="bg2"/>
          </a:solidFill>
        </p:spPr>
        <p:txBody>
          <a:bodyPr lIns="72000" tIns="72000" rIns="72000" bIns="72000">
            <a:noAutofit/>
          </a:bodyPr>
          <a:lstStyle>
            <a:lvl1pPr>
              <a:defRPr sz="20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Edit Master text styles</a:t>
            </a:r>
          </a:p>
          <a:p>
            <a:pPr lvl="1"/>
            <a:r>
              <a:rPr lang="en-US"/>
              <a:t>Second level</a:t>
            </a:r>
          </a:p>
          <a:p>
            <a:pPr lvl="2"/>
            <a:r>
              <a:rPr lang="en-US"/>
              <a:t>Third level</a:t>
            </a:r>
          </a:p>
        </p:txBody>
      </p:sp>
      <p:sp>
        <p:nvSpPr>
          <p:cNvPr id="36" name="Text Placeholder 27">
            <a:extLst>
              <a:ext uri="{FF2B5EF4-FFF2-40B4-BE49-F238E27FC236}">
                <a16:creationId xmlns:a16="http://schemas.microsoft.com/office/drawing/2014/main" id="{4A4A6A57-DAA5-8B12-E87C-0133AE988473}"/>
              </a:ext>
            </a:extLst>
          </p:cNvPr>
          <p:cNvSpPr>
            <a:spLocks noGrp="1"/>
          </p:cNvSpPr>
          <p:nvPr>
            <p:ph type="body" sz="quarter" idx="17"/>
          </p:nvPr>
        </p:nvSpPr>
        <p:spPr>
          <a:xfrm>
            <a:off x="8111220" y="3362784"/>
            <a:ext cx="3783600" cy="1314450"/>
          </a:xfrm>
          <a:solidFill>
            <a:schemeClr val="bg2"/>
          </a:solidFill>
        </p:spPr>
        <p:txBody>
          <a:bodyPr lIns="72000" tIns="72000" rIns="72000" bIns="72000">
            <a:noAutofit/>
          </a:bodyPr>
          <a:lstStyle>
            <a:lvl1pPr>
              <a:defRPr sz="2000">
                <a:solidFill>
                  <a:schemeClr val="tx1"/>
                </a:solidFill>
              </a:defRPr>
            </a:lvl1pPr>
            <a:lvl2pPr>
              <a:defRPr sz="1400">
                <a:solidFill>
                  <a:schemeClr val="tx1"/>
                </a:solidFill>
              </a:defRPr>
            </a:lvl2pPr>
            <a:lvl3pPr>
              <a:defRPr sz="1200">
                <a:solidFill>
                  <a:schemeClr val="tx1"/>
                </a:solidFill>
              </a:defRPr>
            </a:lvl3pPr>
            <a:lvl4pPr>
              <a:defRPr sz="1100">
                <a:solidFill>
                  <a:schemeClr val="tx1"/>
                </a:solidFill>
              </a:defRPr>
            </a:lvl4pPr>
            <a:lvl5pPr>
              <a:defRPr sz="1100">
                <a:solidFill>
                  <a:schemeClr val="tx1"/>
                </a:solidFill>
              </a:defRPr>
            </a:lvl5pPr>
          </a:lstStyle>
          <a:p>
            <a:pPr lvl="0"/>
            <a:r>
              <a:rPr lang="en-US"/>
              <a:t>Edit Master text styles</a:t>
            </a:r>
          </a:p>
          <a:p>
            <a:pPr lvl="1"/>
            <a:r>
              <a:rPr lang="en-US"/>
              <a:t>Second level</a:t>
            </a:r>
          </a:p>
          <a:p>
            <a:pPr lvl="2"/>
            <a:r>
              <a:rPr lang="en-US"/>
              <a:t>Third level</a:t>
            </a:r>
          </a:p>
        </p:txBody>
      </p:sp>
      <p:sp>
        <p:nvSpPr>
          <p:cNvPr id="2" name="Title 1">
            <a:extLst>
              <a:ext uri="{FF2B5EF4-FFF2-40B4-BE49-F238E27FC236}">
                <a16:creationId xmlns:a16="http://schemas.microsoft.com/office/drawing/2014/main" id="{BD3E3AB8-2C58-3E6A-1779-87ACEF13A3FC}"/>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8699B134-7AA1-11CC-11D8-41EC58B7D028}"/>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8F13104A-950F-B9C5-9D47-13F20E027B29}"/>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21" name="Isosceles Triangle 20">
            <a:extLst>
              <a:ext uri="{FF2B5EF4-FFF2-40B4-BE49-F238E27FC236}">
                <a16:creationId xmlns:a16="http://schemas.microsoft.com/office/drawing/2014/main" id="{339F5A83-9A99-4901-B983-87204BF08E19}"/>
              </a:ext>
            </a:extLst>
          </p:cNvPr>
          <p:cNvSpPr/>
          <p:nvPr userDrawn="1"/>
        </p:nvSpPr>
        <p:spPr>
          <a:xfrm rot="10800000">
            <a:off x="5803900" y="4695723"/>
            <a:ext cx="584200" cy="321918"/>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cxnSp>
        <p:nvCxnSpPr>
          <p:cNvPr id="22" name="Straight Connector 21">
            <a:extLst>
              <a:ext uri="{FF2B5EF4-FFF2-40B4-BE49-F238E27FC236}">
                <a16:creationId xmlns:a16="http://schemas.microsoft.com/office/drawing/2014/main" id="{5D881802-F311-F392-328A-34D1D72E06EA}"/>
              </a:ext>
            </a:extLst>
          </p:cNvPr>
          <p:cNvCxnSpPr>
            <a:cxnSpLocks/>
          </p:cNvCxnSpPr>
          <p:nvPr userDrawn="1"/>
        </p:nvCxnSpPr>
        <p:spPr>
          <a:xfrm>
            <a:off x="311921" y="4687218"/>
            <a:ext cx="11575279" cy="0"/>
          </a:xfrm>
          <a:prstGeom prst="line">
            <a:avLst/>
          </a:prstGeom>
          <a:ln w="9525">
            <a:solidFill>
              <a:schemeClr val="accent1"/>
            </a:solidFill>
          </a:ln>
        </p:spPr>
        <p:style>
          <a:lnRef idx="1">
            <a:schemeClr val="accent1"/>
          </a:lnRef>
          <a:fillRef idx="0">
            <a:schemeClr val="accent1"/>
          </a:fillRef>
          <a:effectRef idx="0">
            <a:schemeClr val="accent1"/>
          </a:effectRef>
          <a:fontRef idx="minor">
            <a:schemeClr val="tx1"/>
          </a:fontRef>
        </p:style>
      </p:cxnSp>
      <p:sp>
        <p:nvSpPr>
          <p:cNvPr id="42" name="Text Placeholder 37">
            <a:extLst>
              <a:ext uri="{FF2B5EF4-FFF2-40B4-BE49-F238E27FC236}">
                <a16:creationId xmlns:a16="http://schemas.microsoft.com/office/drawing/2014/main" id="{6DEDEB42-D530-C28C-3669-D1E6416BB93C}"/>
              </a:ext>
            </a:extLst>
          </p:cNvPr>
          <p:cNvSpPr>
            <a:spLocks noGrp="1"/>
          </p:cNvSpPr>
          <p:nvPr>
            <p:ph type="body" sz="quarter" idx="18" hasCustomPrompt="1"/>
          </p:nvPr>
        </p:nvSpPr>
        <p:spPr>
          <a:xfrm>
            <a:off x="311150" y="5319713"/>
            <a:ext cx="2816225" cy="989012"/>
          </a:xfrm>
          <a:solidFill>
            <a:schemeClr val="accent6"/>
          </a:solidFill>
        </p:spPr>
        <p:txBody>
          <a:bodyPr anchor="ctr">
            <a:normAutofit/>
          </a:bodyPr>
          <a:lstStyle>
            <a:lvl1pPr algn="ctr">
              <a:defRPr sz="1800">
                <a:solidFill>
                  <a:schemeClr val="bg1"/>
                </a:solidFill>
              </a:defRPr>
            </a:lvl1pPr>
          </a:lstStyle>
          <a:p>
            <a:pPr lvl="0"/>
            <a:r>
              <a:rPr lang="en-US"/>
              <a:t>Click to edit Master </a:t>
            </a:r>
            <a:br>
              <a:rPr lang="en-US"/>
            </a:br>
            <a:r>
              <a:rPr lang="en-US"/>
              <a:t>text styles</a:t>
            </a:r>
          </a:p>
        </p:txBody>
      </p:sp>
      <p:sp>
        <p:nvSpPr>
          <p:cNvPr id="43" name="Text Placeholder 37">
            <a:extLst>
              <a:ext uri="{FF2B5EF4-FFF2-40B4-BE49-F238E27FC236}">
                <a16:creationId xmlns:a16="http://schemas.microsoft.com/office/drawing/2014/main" id="{6423EAE8-6C00-FC13-E409-6EB6EEAC1294}"/>
              </a:ext>
            </a:extLst>
          </p:cNvPr>
          <p:cNvSpPr>
            <a:spLocks noGrp="1"/>
          </p:cNvSpPr>
          <p:nvPr>
            <p:ph type="body" sz="quarter" idx="19" hasCustomPrompt="1"/>
          </p:nvPr>
        </p:nvSpPr>
        <p:spPr>
          <a:xfrm>
            <a:off x="9075738" y="5319713"/>
            <a:ext cx="2816225" cy="989012"/>
          </a:xfrm>
          <a:solidFill>
            <a:schemeClr val="accent4"/>
          </a:solidFill>
        </p:spPr>
        <p:txBody>
          <a:bodyPr anchor="ctr">
            <a:normAutofit/>
          </a:bodyPr>
          <a:lstStyle>
            <a:lvl1pPr algn="ctr">
              <a:defRPr sz="1800">
                <a:solidFill>
                  <a:schemeClr val="bg1"/>
                </a:solidFill>
              </a:defRPr>
            </a:lvl1pPr>
          </a:lstStyle>
          <a:p>
            <a:pPr lvl="0"/>
            <a:r>
              <a:rPr lang="en-US"/>
              <a:t>Click to edit Master </a:t>
            </a:r>
            <a:br>
              <a:rPr lang="en-US"/>
            </a:br>
            <a:r>
              <a:rPr lang="en-US"/>
              <a:t>text styles</a:t>
            </a:r>
          </a:p>
        </p:txBody>
      </p:sp>
      <p:sp>
        <p:nvSpPr>
          <p:cNvPr id="44" name="Text Placeholder 37">
            <a:extLst>
              <a:ext uri="{FF2B5EF4-FFF2-40B4-BE49-F238E27FC236}">
                <a16:creationId xmlns:a16="http://schemas.microsoft.com/office/drawing/2014/main" id="{C5F86752-42C9-41B5-5167-8321563A12E1}"/>
              </a:ext>
            </a:extLst>
          </p:cNvPr>
          <p:cNvSpPr>
            <a:spLocks noGrp="1"/>
          </p:cNvSpPr>
          <p:nvPr>
            <p:ph type="body" sz="quarter" idx="20" hasCustomPrompt="1"/>
          </p:nvPr>
        </p:nvSpPr>
        <p:spPr>
          <a:xfrm>
            <a:off x="6154208" y="5319713"/>
            <a:ext cx="2816225" cy="989012"/>
          </a:xfrm>
          <a:solidFill>
            <a:schemeClr val="accent3"/>
          </a:solidFill>
        </p:spPr>
        <p:txBody>
          <a:bodyPr anchor="ctr">
            <a:normAutofit/>
          </a:bodyPr>
          <a:lstStyle>
            <a:lvl1pPr algn="ctr">
              <a:defRPr sz="1800">
                <a:solidFill>
                  <a:schemeClr val="bg1"/>
                </a:solidFill>
              </a:defRPr>
            </a:lvl1pPr>
          </a:lstStyle>
          <a:p>
            <a:pPr lvl="0"/>
            <a:r>
              <a:rPr lang="en-US"/>
              <a:t>Click to edit Master </a:t>
            </a:r>
            <a:br>
              <a:rPr lang="en-US"/>
            </a:br>
            <a:r>
              <a:rPr lang="en-US"/>
              <a:t>text styles</a:t>
            </a:r>
          </a:p>
        </p:txBody>
      </p:sp>
      <p:sp>
        <p:nvSpPr>
          <p:cNvPr id="45" name="Text Placeholder 37">
            <a:extLst>
              <a:ext uri="{FF2B5EF4-FFF2-40B4-BE49-F238E27FC236}">
                <a16:creationId xmlns:a16="http://schemas.microsoft.com/office/drawing/2014/main" id="{346EA2CF-3F36-0918-666B-839B01CCD94E}"/>
              </a:ext>
            </a:extLst>
          </p:cNvPr>
          <p:cNvSpPr>
            <a:spLocks noGrp="1"/>
          </p:cNvSpPr>
          <p:nvPr>
            <p:ph type="body" sz="quarter" idx="21" hasCustomPrompt="1"/>
          </p:nvPr>
        </p:nvSpPr>
        <p:spPr>
          <a:xfrm>
            <a:off x="3232679" y="5319713"/>
            <a:ext cx="2816225" cy="989012"/>
          </a:xfrm>
          <a:solidFill>
            <a:schemeClr val="accent5"/>
          </a:solidFill>
        </p:spPr>
        <p:txBody>
          <a:bodyPr anchor="ctr">
            <a:normAutofit/>
          </a:bodyPr>
          <a:lstStyle>
            <a:lvl1pPr algn="ctr">
              <a:defRPr sz="1800">
                <a:solidFill>
                  <a:schemeClr val="bg1"/>
                </a:solidFill>
              </a:defRPr>
            </a:lvl1pPr>
          </a:lstStyle>
          <a:p>
            <a:pPr lvl="0"/>
            <a:r>
              <a:rPr lang="en-US"/>
              <a:t>Click to edit Master </a:t>
            </a:r>
            <a:br>
              <a:rPr lang="en-US"/>
            </a:br>
            <a:r>
              <a:rPr lang="en-US"/>
              <a:t>text styles</a:t>
            </a:r>
          </a:p>
        </p:txBody>
      </p:sp>
    </p:spTree>
    <p:extLst>
      <p:ext uri="{BB962C8B-B14F-4D97-AF65-F5344CB8AC3E}">
        <p14:creationId xmlns:p14="http://schemas.microsoft.com/office/powerpoint/2010/main" val="154433409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Inners - 3 column content with images">
    <p:spTree>
      <p:nvGrpSpPr>
        <p:cNvPr id="1" name=""/>
        <p:cNvGrpSpPr/>
        <p:nvPr/>
      </p:nvGrpSpPr>
      <p:grpSpPr>
        <a:xfrm>
          <a:off x="0" y="0"/>
          <a:ext cx="0" cy="0"/>
          <a:chOff x="0" y="0"/>
          <a:chExt cx="0" cy="0"/>
        </a:xfrm>
      </p:grpSpPr>
      <p:sp>
        <p:nvSpPr>
          <p:cNvPr id="67" name="Rectangle 66">
            <a:extLst>
              <a:ext uri="{FF2B5EF4-FFF2-40B4-BE49-F238E27FC236}">
                <a16:creationId xmlns:a16="http://schemas.microsoft.com/office/drawing/2014/main" id="{5700CE3C-DAF7-EF5E-1A6B-303F713E2B16}"/>
              </a:ext>
            </a:extLst>
          </p:cNvPr>
          <p:cNvSpPr/>
          <p:nvPr userDrawn="1"/>
        </p:nvSpPr>
        <p:spPr>
          <a:xfrm>
            <a:off x="303598" y="1997242"/>
            <a:ext cx="3645236" cy="4317928"/>
          </a:xfrm>
          <a:prstGeom prst="rect">
            <a:avLst/>
          </a:prstGeom>
          <a:solidFill>
            <a:schemeClr val="bg1"/>
          </a:solidFill>
          <a:ln>
            <a:solidFill>
              <a:schemeClr val="bg1"/>
            </a:solidFill>
          </a:ln>
          <a:effectLst>
            <a:outerShdw blurRad="265822"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85000"/>
                </a:srgbClr>
              </a:solidFill>
              <a:effectLst/>
              <a:uLnTx/>
              <a:uFillTx/>
              <a:latin typeface="Arial" panose="020B0604020202020204"/>
              <a:ea typeface="+mn-ea"/>
              <a:cs typeface="+mn-cs"/>
            </a:endParaRPr>
          </a:p>
        </p:txBody>
      </p:sp>
      <p:sp>
        <p:nvSpPr>
          <p:cNvPr id="2" name="Title 1">
            <a:extLst>
              <a:ext uri="{FF2B5EF4-FFF2-40B4-BE49-F238E27FC236}">
                <a16:creationId xmlns:a16="http://schemas.microsoft.com/office/drawing/2014/main" id="{BD3E3AB8-2C58-3E6A-1779-87ACEF13A3FC}"/>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8699B134-7AA1-11CC-11D8-41EC58B7D028}"/>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8F13104A-950F-B9C5-9D47-13F20E027B29}"/>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6" name="Rectangle 5">
            <a:extLst>
              <a:ext uri="{FF2B5EF4-FFF2-40B4-BE49-F238E27FC236}">
                <a16:creationId xmlns:a16="http://schemas.microsoft.com/office/drawing/2014/main" id="{21B8D22C-A095-EADD-FB56-9FCC6229F4CF}"/>
              </a:ext>
            </a:extLst>
          </p:cNvPr>
          <p:cNvSpPr/>
          <p:nvPr userDrawn="1"/>
        </p:nvSpPr>
        <p:spPr>
          <a:xfrm>
            <a:off x="4272600" y="1997242"/>
            <a:ext cx="3645236" cy="4317928"/>
          </a:xfrm>
          <a:prstGeom prst="rect">
            <a:avLst/>
          </a:prstGeom>
          <a:solidFill>
            <a:schemeClr val="bg1"/>
          </a:solidFill>
          <a:ln>
            <a:solidFill>
              <a:schemeClr val="bg1"/>
            </a:solidFill>
          </a:ln>
          <a:effectLst>
            <a:outerShdw blurRad="265822"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85000"/>
                </a:srgbClr>
              </a:solidFill>
              <a:effectLst/>
              <a:uLnTx/>
              <a:uFillTx/>
              <a:latin typeface="Arial" panose="020B0604020202020204"/>
              <a:ea typeface="+mn-ea"/>
              <a:cs typeface="+mn-cs"/>
            </a:endParaRPr>
          </a:p>
        </p:txBody>
      </p:sp>
      <p:sp>
        <p:nvSpPr>
          <p:cNvPr id="7" name="Rectangle 6">
            <a:extLst>
              <a:ext uri="{FF2B5EF4-FFF2-40B4-BE49-F238E27FC236}">
                <a16:creationId xmlns:a16="http://schemas.microsoft.com/office/drawing/2014/main" id="{A81C84C4-9B45-DBA5-6C6F-537F60A99596}"/>
              </a:ext>
            </a:extLst>
          </p:cNvPr>
          <p:cNvSpPr/>
          <p:nvPr userDrawn="1"/>
        </p:nvSpPr>
        <p:spPr>
          <a:xfrm>
            <a:off x="8245945" y="1997242"/>
            <a:ext cx="3645236" cy="4317928"/>
          </a:xfrm>
          <a:prstGeom prst="rect">
            <a:avLst/>
          </a:prstGeom>
          <a:solidFill>
            <a:schemeClr val="bg1"/>
          </a:solidFill>
          <a:ln>
            <a:solidFill>
              <a:schemeClr val="bg1"/>
            </a:solidFill>
          </a:ln>
          <a:effectLst>
            <a:outerShdw blurRad="265822" algn="ctr" rotWithShape="0">
              <a:prstClr val="black">
                <a:alpha val="1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lumMod val="85000"/>
                </a:srgbClr>
              </a:solidFill>
              <a:effectLst/>
              <a:uLnTx/>
              <a:uFillTx/>
              <a:latin typeface="Arial" panose="020B0604020202020204"/>
              <a:ea typeface="+mn-ea"/>
              <a:cs typeface="+mn-cs"/>
            </a:endParaRPr>
          </a:p>
        </p:txBody>
      </p:sp>
      <p:sp>
        <p:nvSpPr>
          <p:cNvPr id="13" name="Pentagon 21">
            <a:extLst>
              <a:ext uri="{FF2B5EF4-FFF2-40B4-BE49-F238E27FC236}">
                <a16:creationId xmlns:a16="http://schemas.microsoft.com/office/drawing/2014/main" id="{37BF81E4-A423-BA19-C226-35141086DFAD}"/>
              </a:ext>
            </a:extLst>
          </p:cNvPr>
          <p:cNvSpPr/>
          <p:nvPr userDrawn="1"/>
        </p:nvSpPr>
        <p:spPr>
          <a:xfrm>
            <a:off x="300038" y="1237963"/>
            <a:ext cx="11591925" cy="470449"/>
          </a:xfrm>
          <a:prstGeom prst="homePlate">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1" i="0" u="none" strike="noStrike" kern="1200" cap="none" spc="0" normalizeH="0" baseline="0" noProof="0">
              <a:ln>
                <a:noFill/>
              </a:ln>
              <a:solidFill>
                <a:srgbClr val="FFFFFF"/>
              </a:solidFill>
              <a:effectLst/>
              <a:uLnTx/>
              <a:uFillTx/>
              <a:latin typeface="Arial" panose="020B0604020202020204"/>
              <a:ea typeface="+mn-ea"/>
              <a:cs typeface="+mn-cs"/>
            </a:endParaRPr>
          </a:p>
        </p:txBody>
      </p:sp>
      <p:sp>
        <p:nvSpPr>
          <p:cNvPr id="16" name="Rectangle 15">
            <a:extLst>
              <a:ext uri="{FF2B5EF4-FFF2-40B4-BE49-F238E27FC236}">
                <a16:creationId xmlns:a16="http://schemas.microsoft.com/office/drawing/2014/main" id="{60DFB408-7382-630C-3CE2-646F8DCD2551}"/>
              </a:ext>
            </a:extLst>
          </p:cNvPr>
          <p:cNvSpPr/>
          <p:nvPr userDrawn="1"/>
        </p:nvSpPr>
        <p:spPr>
          <a:xfrm>
            <a:off x="303598" y="3747516"/>
            <a:ext cx="3645237" cy="124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72000" rtlCol="0" anchor="t"/>
          <a:lstStyle/>
          <a:p>
            <a:pPr marL="0" marR="0" lvl="0" indent="0" algn="l" defTabSz="914400" rtl="0" eaLnBrk="1" fontAlgn="auto" latinLnBrk="0" hangingPunct="1">
              <a:lnSpc>
                <a:spcPts val="2060"/>
              </a:lnSpc>
              <a:spcBef>
                <a:spcPts val="0"/>
              </a:spcBef>
              <a:spcAft>
                <a:spcPts val="0"/>
              </a:spcAft>
              <a:buClr>
                <a:srgbClr val="82559C"/>
              </a:buClr>
              <a:buSzTx/>
              <a:buFontTx/>
              <a:buNone/>
              <a:tabLst/>
              <a:defRPr/>
            </a:pPr>
            <a:r>
              <a:rPr kumimoji="0" lang="en-GB" sz="1500" b="1" i="0" u="none" strike="noStrike" kern="1200" cap="none" spc="0" normalizeH="0" baseline="0" noProof="0">
                <a:ln>
                  <a:noFill/>
                </a:ln>
                <a:solidFill>
                  <a:srgbClr val="82559C"/>
                </a:solidFill>
                <a:effectLst/>
                <a:uLnTx/>
                <a:uFillTx/>
                <a:latin typeface="Arial" panose="020B0604020202020204"/>
                <a:ea typeface="+mn-ea"/>
                <a:cs typeface="+mn-cs"/>
              </a:rPr>
              <a:t>What we do:</a:t>
            </a:r>
          </a:p>
          <a:p>
            <a:pPr marL="285750" marR="0" lvl="0" indent="-285750" algn="l" defTabSz="914400" rtl="0" eaLnBrk="1" fontAlgn="auto" latinLnBrk="0" hangingPunct="1">
              <a:lnSpc>
                <a:spcPts val="2060"/>
              </a:lnSpc>
              <a:spcBef>
                <a:spcPts val="0"/>
              </a:spcBef>
              <a:spcAft>
                <a:spcPts val="0"/>
              </a:spcAft>
              <a:buClr>
                <a:srgbClr val="82559C"/>
              </a:buClr>
              <a:buSzTx/>
              <a:buFont typeface="Arial" panose="020B0604020202020204" pitchFamily="34" charset="0"/>
              <a:buChar char="–"/>
              <a:tabLst/>
              <a:defRPr/>
            </a:pPr>
            <a:r>
              <a:rPr kumimoji="0" lang="en-GB" sz="1500" b="0" i="0" u="none" strike="noStrike" kern="1200" cap="none" spc="0" normalizeH="0" baseline="0" noProof="0">
                <a:ln>
                  <a:noFill/>
                </a:ln>
                <a:solidFill>
                  <a:srgbClr val="10191C"/>
                </a:solidFill>
                <a:effectLst/>
                <a:uLnTx/>
                <a:uFillTx/>
                <a:latin typeface="Arial" panose="020B0604020202020204"/>
                <a:ea typeface="+mn-ea"/>
                <a:cs typeface="+mn-cs"/>
              </a:rPr>
              <a:t>Digital factory</a:t>
            </a:r>
          </a:p>
          <a:p>
            <a:pPr marL="285750" marR="0" lvl="0" indent="-285750" algn="l" defTabSz="914400" rtl="0" eaLnBrk="1" fontAlgn="auto" latinLnBrk="0" hangingPunct="1">
              <a:lnSpc>
                <a:spcPts val="2060"/>
              </a:lnSpc>
              <a:spcBef>
                <a:spcPts val="0"/>
              </a:spcBef>
              <a:spcAft>
                <a:spcPts val="0"/>
              </a:spcAft>
              <a:buClr>
                <a:srgbClr val="82559C"/>
              </a:buClr>
              <a:buSzTx/>
              <a:buFont typeface="Arial" panose="020B0604020202020204" pitchFamily="34" charset="0"/>
              <a:buChar char="–"/>
              <a:tabLst/>
              <a:defRPr/>
            </a:pPr>
            <a:r>
              <a:rPr kumimoji="0" lang="en-GB" sz="1500" b="0" i="0" u="none" strike="noStrike" kern="1200" cap="none" spc="0" normalizeH="0" baseline="0" noProof="0">
                <a:ln>
                  <a:noFill/>
                </a:ln>
                <a:solidFill>
                  <a:srgbClr val="10191C"/>
                </a:solidFill>
                <a:effectLst/>
                <a:uLnTx/>
                <a:uFillTx/>
                <a:latin typeface="Arial" panose="020B0604020202020204"/>
                <a:ea typeface="+mn-ea"/>
                <a:cs typeface="+mn-cs"/>
              </a:rPr>
              <a:t>Trackside safety</a:t>
            </a:r>
          </a:p>
          <a:p>
            <a:pPr marL="285750" marR="0" lvl="0" indent="-285750" algn="l" defTabSz="914400" rtl="0" eaLnBrk="1" fontAlgn="auto" latinLnBrk="0" hangingPunct="1">
              <a:lnSpc>
                <a:spcPts val="2060"/>
              </a:lnSpc>
              <a:spcBef>
                <a:spcPts val="0"/>
              </a:spcBef>
              <a:spcAft>
                <a:spcPts val="0"/>
              </a:spcAft>
              <a:buClr>
                <a:srgbClr val="82559C"/>
              </a:buClr>
              <a:buSzTx/>
              <a:buFont typeface="Arial" panose="020B0604020202020204" pitchFamily="34" charset="0"/>
              <a:buChar char="–"/>
              <a:tabLst/>
              <a:defRPr/>
            </a:pPr>
            <a:r>
              <a:rPr kumimoji="0" lang="en-GB" sz="1500" b="0" i="0" u="none" strike="noStrike" kern="1200" cap="none" spc="0" normalizeH="0" baseline="0" noProof="0">
                <a:ln>
                  <a:noFill/>
                </a:ln>
                <a:solidFill>
                  <a:srgbClr val="10191C"/>
                </a:solidFill>
                <a:effectLst/>
                <a:uLnTx/>
                <a:uFillTx/>
                <a:latin typeface="Arial" panose="020B0604020202020204"/>
                <a:ea typeface="+mn-ea"/>
                <a:cs typeface="+mn-cs"/>
              </a:rPr>
              <a:t>Business Process Automation</a:t>
            </a:r>
          </a:p>
        </p:txBody>
      </p:sp>
      <p:sp>
        <p:nvSpPr>
          <p:cNvPr id="17" name="Rectangle 16">
            <a:extLst>
              <a:ext uri="{FF2B5EF4-FFF2-40B4-BE49-F238E27FC236}">
                <a16:creationId xmlns:a16="http://schemas.microsoft.com/office/drawing/2014/main" id="{08C81AA8-4A7D-2CB3-7B3E-4C11CDCBBA9E}"/>
              </a:ext>
            </a:extLst>
          </p:cNvPr>
          <p:cNvSpPr/>
          <p:nvPr userDrawn="1"/>
        </p:nvSpPr>
        <p:spPr>
          <a:xfrm>
            <a:off x="8245945" y="3736390"/>
            <a:ext cx="3645237" cy="1272997"/>
          </a:xfrm>
          <a:prstGeom prst="rect">
            <a:avLst/>
          </a:prstGeom>
          <a:solidFill>
            <a:schemeClr val="accent4">
              <a:lumMod val="20000"/>
              <a:lumOff val="8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72000" rtlCol="0" anchor="t"/>
          <a:lstStyle/>
          <a:p>
            <a:pPr marL="0" marR="0" lvl="0" indent="0" algn="l" defTabSz="914400" rtl="0" eaLnBrk="1" fontAlgn="auto" latinLnBrk="0" hangingPunct="1">
              <a:lnSpc>
                <a:spcPts val="2060"/>
              </a:lnSpc>
              <a:spcBef>
                <a:spcPts val="0"/>
              </a:spcBef>
              <a:spcAft>
                <a:spcPts val="0"/>
              </a:spcAft>
              <a:buClr>
                <a:srgbClr val="383B90"/>
              </a:buClr>
              <a:buSzTx/>
              <a:buFontTx/>
              <a:buNone/>
              <a:tabLst/>
              <a:defRPr/>
            </a:pPr>
            <a:r>
              <a:rPr kumimoji="0" lang="en-US" sz="1500" b="1" i="0" u="none" strike="noStrike" kern="1200" cap="none" spc="0" normalizeH="0" baseline="0" noProof="0">
                <a:ln>
                  <a:noFill/>
                </a:ln>
                <a:solidFill>
                  <a:srgbClr val="383B90"/>
                </a:solidFill>
                <a:effectLst/>
                <a:uLnTx/>
                <a:uFillTx/>
                <a:latin typeface="Arial" panose="020B0604020202020204"/>
                <a:ea typeface="+mn-ea"/>
                <a:cs typeface="+mn-cs"/>
              </a:rPr>
              <a:t>What we do:</a:t>
            </a:r>
            <a:endParaRPr kumimoji="0" lang="en-US" sz="1500" b="0" i="0" u="none" strike="noStrike" kern="1200" cap="none" spc="0" normalizeH="0" baseline="0" noProof="0">
              <a:ln>
                <a:noFill/>
              </a:ln>
              <a:solidFill>
                <a:srgbClr val="10191C"/>
              </a:solidFill>
              <a:effectLst/>
              <a:uLnTx/>
              <a:uFillTx/>
              <a:latin typeface="Arial" panose="020B0604020202020204"/>
              <a:ea typeface="+mn-ea"/>
              <a:cs typeface="+mn-cs"/>
            </a:endParaRPr>
          </a:p>
          <a:p>
            <a:pPr marL="285750" indent="-285750">
              <a:lnSpc>
                <a:spcPts val="2060"/>
              </a:lnSpc>
              <a:buClr>
                <a:srgbClr val="383B90"/>
              </a:buClr>
              <a:buFont typeface="Arial" panose="020B0604020202020204" pitchFamily="34" charset="0"/>
              <a:buChar char="–"/>
              <a:defRPr/>
            </a:pPr>
            <a:r>
              <a:rPr kumimoji="0" lang="en-US" sz="1500" b="0" i="0" u="none" strike="noStrike" kern="1200" cap="none" spc="0" normalizeH="0" baseline="0" noProof="0">
                <a:ln>
                  <a:noFill/>
                </a:ln>
                <a:solidFill>
                  <a:srgbClr val="10191C"/>
                </a:solidFill>
                <a:effectLst/>
                <a:uLnTx/>
                <a:uFillTx/>
                <a:latin typeface="Arial" panose="020B0604020202020204"/>
                <a:ea typeface="+mn-ea"/>
                <a:cs typeface="+mn-cs"/>
              </a:rPr>
              <a:t>Multimodal ticketing solutions</a:t>
            </a:r>
          </a:p>
          <a:p>
            <a:pPr marL="285750" marR="0" lvl="0" indent="-285750" algn="l" defTabSz="914400" rtl="0" eaLnBrk="1" fontAlgn="auto" latinLnBrk="0" hangingPunct="1">
              <a:lnSpc>
                <a:spcPts val="2060"/>
              </a:lnSpc>
              <a:spcBef>
                <a:spcPts val="0"/>
              </a:spcBef>
              <a:spcAft>
                <a:spcPts val="0"/>
              </a:spcAft>
              <a:buClr>
                <a:srgbClr val="383B90"/>
              </a:buClr>
              <a:buSzTx/>
              <a:buFont typeface="Arial" panose="020B0604020202020204" pitchFamily="34" charset="0"/>
              <a:buChar char="–"/>
              <a:tabLst/>
              <a:defRPr/>
            </a:pPr>
            <a:r>
              <a:rPr kumimoji="0" lang="en-US" sz="1500" b="0" i="0" u="none" strike="noStrike" kern="1200" cap="none" spc="0" normalizeH="0" baseline="0" noProof="0">
                <a:ln>
                  <a:noFill/>
                </a:ln>
                <a:solidFill>
                  <a:srgbClr val="10191C"/>
                </a:solidFill>
                <a:effectLst/>
                <a:uLnTx/>
                <a:uFillTx/>
                <a:latin typeface="Arial" panose="020B0604020202020204"/>
                <a:ea typeface="+mn-ea"/>
                <a:cs typeface="+mn-cs"/>
              </a:rPr>
              <a:t>Digital Twins of transport networks</a:t>
            </a:r>
          </a:p>
          <a:p>
            <a:pPr marL="285750" marR="0" lvl="0" indent="-285750" algn="l" defTabSz="914400" rtl="0" eaLnBrk="1" fontAlgn="auto" latinLnBrk="0" hangingPunct="1">
              <a:lnSpc>
                <a:spcPts val="2060"/>
              </a:lnSpc>
              <a:spcBef>
                <a:spcPts val="0"/>
              </a:spcBef>
              <a:spcAft>
                <a:spcPts val="0"/>
              </a:spcAft>
              <a:buClr>
                <a:srgbClr val="383B90"/>
              </a:buClr>
              <a:buSzTx/>
              <a:buFont typeface="Arial" panose="020B0604020202020204" pitchFamily="34" charset="0"/>
              <a:buChar char="–"/>
              <a:tabLst/>
              <a:defRPr/>
            </a:pPr>
            <a:r>
              <a:rPr kumimoji="0" lang="en-US" sz="1500" b="0" i="0" u="none" strike="noStrike" kern="1200" cap="none" spc="0" normalizeH="0" baseline="0" noProof="0">
                <a:ln>
                  <a:noFill/>
                </a:ln>
                <a:solidFill>
                  <a:srgbClr val="10191C"/>
                </a:solidFill>
                <a:effectLst/>
                <a:uLnTx/>
                <a:uFillTx/>
                <a:latin typeface="Arial" panose="020B0604020202020204"/>
                <a:ea typeface="+mn-ea"/>
                <a:cs typeface="+mn-cs"/>
              </a:rPr>
              <a:t>Traffic &amp; people flow management</a:t>
            </a:r>
          </a:p>
        </p:txBody>
      </p:sp>
      <p:sp>
        <p:nvSpPr>
          <p:cNvPr id="18" name="Rectangle 17">
            <a:extLst>
              <a:ext uri="{FF2B5EF4-FFF2-40B4-BE49-F238E27FC236}">
                <a16:creationId xmlns:a16="http://schemas.microsoft.com/office/drawing/2014/main" id="{858C8201-CBEE-DD0C-99E2-E8A6C038092A}"/>
              </a:ext>
            </a:extLst>
          </p:cNvPr>
          <p:cNvSpPr/>
          <p:nvPr userDrawn="1"/>
        </p:nvSpPr>
        <p:spPr>
          <a:xfrm>
            <a:off x="4272600" y="3747516"/>
            <a:ext cx="3645237" cy="1243584"/>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tIns="36000" bIns="72000" rtlCol="0" anchor="t"/>
          <a:lstStyle/>
          <a:p>
            <a:pPr marL="0" marR="0" lvl="0" indent="0" algn="l" defTabSz="914400" rtl="0" eaLnBrk="1" fontAlgn="auto" latinLnBrk="0" hangingPunct="1">
              <a:lnSpc>
                <a:spcPts val="2060"/>
              </a:lnSpc>
              <a:spcBef>
                <a:spcPts val="0"/>
              </a:spcBef>
              <a:spcAft>
                <a:spcPts val="0"/>
              </a:spcAft>
              <a:buClr>
                <a:srgbClr val="F28F1C"/>
              </a:buClr>
              <a:buSzTx/>
              <a:buFontTx/>
              <a:buNone/>
              <a:tabLst/>
              <a:defRPr/>
            </a:pPr>
            <a:r>
              <a:rPr kumimoji="0" lang="en-US" sz="1500" b="1" i="0" u="none" strike="noStrike" kern="1200" cap="none" spc="0" normalizeH="0" baseline="0" noProof="0">
                <a:ln>
                  <a:noFill/>
                </a:ln>
                <a:solidFill>
                  <a:srgbClr val="F28F1C"/>
                </a:solidFill>
                <a:effectLst/>
                <a:uLnTx/>
                <a:uFillTx/>
                <a:latin typeface="Arial" panose="020B0604020202020204"/>
                <a:ea typeface="+mn-ea"/>
                <a:cs typeface="+mn-cs"/>
              </a:rPr>
              <a:t>What we do:</a:t>
            </a:r>
          </a:p>
          <a:p>
            <a:pPr marL="285750" marR="0" lvl="0" indent="-285750" algn="l" defTabSz="914400" rtl="0" eaLnBrk="1" fontAlgn="auto" latinLnBrk="0" hangingPunct="1">
              <a:lnSpc>
                <a:spcPts val="2060"/>
              </a:lnSpc>
              <a:spcBef>
                <a:spcPts val="0"/>
              </a:spcBef>
              <a:spcAft>
                <a:spcPts val="0"/>
              </a:spcAft>
              <a:buClr>
                <a:srgbClr val="F28F1C"/>
              </a:buClr>
              <a:buSzTx/>
              <a:buFont typeface="Arial" panose="020B0604020202020204" pitchFamily="34" charset="0"/>
              <a:buChar char="–"/>
              <a:tabLst/>
              <a:defRPr/>
            </a:pPr>
            <a:r>
              <a:rPr kumimoji="0" lang="en-US" sz="1500" b="0" i="0" u="none" strike="noStrike" kern="1200" cap="none" spc="0" normalizeH="0" baseline="0" noProof="0">
                <a:ln>
                  <a:noFill/>
                </a:ln>
                <a:solidFill>
                  <a:srgbClr val="10191C"/>
                </a:solidFill>
                <a:effectLst/>
                <a:uLnTx/>
                <a:uFillTx/>
                <a:latin typeface="Arial" panose="020B0604020202020204"/>
                <a:ea typeface="+mn-ea"/>
                <a:cs typeface="+mn-cs"/>
              </a:rPr>
              <a:t>Signaling</a:t>
            </a:r>
          </a:p>
          <a:p>
            <a:pPr marL="285750" marR="0" lvl="0" indent="-285750" algn="l" defTabSz="914400" rtl="0" eaLnBrk="1" fontAlgn="auto" latinLnBrk="0" hangingPunct="1">
              <a:lnSpc>
                <a:spcPts val="2060"/>
              </a:lnSpc>
              <a:spcBef>
                <a:spcPts val="0"/>
              </a:spcBef>
              <a:spcAft>
                <a:spcPts val="0"/>
              </a:spcAft>
              <a:buClr>
                <a:srgbClr val="F28F1C"/>
              </a:buClr>
              <a:buSzTx/>
              <a:buFont typeface="Arial" panose="020B0604020202020204" pitchFamily="34" charset="0"/>
              <a:buChar char="–"/>
              <a:tabLst/>
              <a:defRPr/>
            </a:pPr>
            <a:r>
              <a:rPr kumimoji="0" lang="en-US" sz="1500" b="0" i="0" u="none" strike="noStrike" kern="1200" cap="none" spc="0" normalizeH="0" baseline="0" noProof="0">
                <a:ln>
                  <a:noFill/>
                </a:ln>
                <a:solidFill>
                  <a:srgbClr val="10191C"/>
                </a:solidFill>
                <a:effectLst/>
                <a:uLnTx/>
                <a:uFillTx/>
                <a:latin typeface="Arial" panose="020B0604020202020204"/>
                <a:ea typeface="+mn-ea"/>
                <a:cs typeface="+mn-cs"/>
              </a:rPr>
              <a:t>Vehicles</a:t>
            </a:r>
          </a:p>
          <a:p>
            <a:pPr marL="285750" marR="0" lvl="0" indent="-285750" algn="l" defTabSz="914400" rtl="0" eaLnBrk="1" fontAlgn="auto" latinLnBrk="0" hangingPunct="1">
              <a:lnSpc>
                <a:spcPts val="2060"/>
              </a:lnSpc>
              <a:spcBef>
                <a:spcPts val="0"/>
              </a:spcBef>
              <a:spcAft>
                <a:spcPts val="0"/>
              </a:spcAft>
              <a:buClr>
                <a:srgbClr val="F28F1C"/>
              </a:buClr>
              <a:buSzTx/>
              <a:buFont typeface="Arial" panose="020B0604020202020204" pitchFamily="34" charset="0"/>
              <a:buChar char="–"/>
              <a:tabLst/>
              <a:defRPr/>
            </a:pPr>
            <a:r>
              <a:rPr kumimoji="0" lang="en-US" sz="1500" b="0" i="0" u="none" strike="noStrike" kern="1200" cap="none" spc="0" normalizeH="0" baseline="0" noProof="0">
                <a:ln>
                  <a:noFill/>
                </a:ln>
                <a:solidFill>
                  <a:srgbClr val="10191C"/>
                </a:solidFill>
                <a:effectLst/>
                <a:uLnTx/>
                <a:uFillTx/>
                <a:latin typeface="Arial" panose="020B0604020202020204"/>
                <a:ea typeface="+mn-ea"/>
                <a:cs typeface="+mn-cs"/>
              </a:rPr>
              <a:t>Infrastructure</a:t>
            </a:r>
          </a:p>
        </p:txBody>
      </p:sp>
      <p:sp>
        <p:nvSpPr>
          <p:cNvPr id="41" name="Picture Placeholder 23">
            <a:extLst>
              <a:ext uri="{FF2B5EF4-FFF2-40B4-BE49-F238E27FC236}">
                <a16:creationId xmlns:a16="http://schemas.microsoft.com/office/drawing/2014/main" id="{85339F5C-329C-7B8B-A8D8-7CE50451D9BC}"/>
              </a:ext>
            </a:extLst>
          </p:cNvPr>
          <p:cNvSpPr>
            <a:spLocks noGrp="1"/>
          </p:cNvSpPr>
          <p:nvPr>
            <p:ph type="pic" sz="quarter" idx="12"/>
          </p:nvPr>
        </p:nvSpPr>
        <p:spPr>
          <a:xfrm>
            <a:off x="303601" y="2429591"/>
            <a:ext cx="3645230" cy="1317925"/>
          </a:xfrm>
          <a:solidFill>
            <a:srgbClr val="F2F2F2"/>
          </a:solidFill>
        </p:spPr>
        <p:txBody>
          <a:bodyPr/>
          <a:lstStyle/>
          <a:p>
            <a:r>
              <a:rPr lang="en-US"/>
              <a:t>Click icon to add picture</a:t>
            </a:r>
            <a:endParaRPr lang="en-GB"/>
          </a:p>
        </p:txBody>
      </p:sp>
      <p:sp>
        <p:nvSpPr>
          <p:cNvPr id="46" name="Picture Placeholder 23">
            <a:extLst>
              <a:ext uri="{FF2B5EF4-FFF2-40B4-BE49-F238E27FC236}">
                <a16:creationId xmlns:a16="http://schemas.microsoft.com/office/drawing/2014/main" id="{7BB827D5-9C9D-8DE9-52EC-1453FBFFD3F5}"/>
              </a:ext>
            </a:extLst>
          </p:cNvPr>
          <p:cNvSpPr>
            <a:spLocks noGrp="1"/>
          </p:cNvSpPr>
          <p:nvPr>
            <p:ph type="pic" sz="quarter" idx="13"/>
          </p:nvPr>
        </p:nvSpPr>
        <p:spPr>
          <a:xfrm>
            <a:off x="4272603" y="2429591"/>
            <a:ext cx="3645230" cy="1317925"/>
          </a:xfrm>
          <a:solidFill>
            <a:srgbClr val="F2F2F2"/>
          </a:solidFill>
        </p:spPr>
        <p:txBody>
          <a:bodyPr/>
          <a:lstStyle/>
          <a:p>
            <a:r>
              <a:rPr lang="en-US"/>
              <a:t>Click icon to add picture</a:t>
            </a:r>
            <a:endParaRPr lang="en-GB"/>
          </a:p>
        </p:txBody>
      </p:sp>
      <p:sp>
        <p:nvSpPr>
          <p:cNvPr id="47" name="Picture Placeholder 23">
            <a:extLst>
              <a:ext uri="{FF2B5EF4-FFF2-40B4-BE49-F238E27FC236}">
                <a16:creationId xmlns:a16="http://schemas.microsoft.com/office/drawing/2014/main" id="{F41E0B04-20E5-5CC2-BD96-47D01D8F45AD}"/>
              </a:ext>
            </a:extLst>
          </p:cNvPr>
          <p:cNvSpPr>
            <a:spLocks noGrp="1"/>
          </p:cNvSpPr>
          <p:nvPr>
            <p:ph type="pic" sz="quarter" idx="14"/>
          </p:nvPr>
        </p:nvSpPr>
        <p:spPr>
          <a:xfrm>
            <a:off x="8245948" y="2429591"/>
            <a:ext cx="3645230" cy="1317925"/>
          </a:xfrm>
          <a:solidFill>
            <a:srgbClr val="F2F2F2"/>
          </a:solidFill>
        </p:spPr>
        <p:txBody>
          <a:bodyPr/>
          <a:lstStyle/>
          <a:p>
            <a:r>
              <a:rPr lang="en-US"/>
              <a:t>Click icon to add picture</a:t>
            </a:r>
            <a:endParaRPr lang="en-GB"/>
          </a:p>
        </p:txBody>
      </p:sp>
      <p:sp>
        <p:nvSpPr>
          <p:cNvPr id="53" name="Text Placeholder 52">
            <a:extLst>
              <a:ext uri="{FF2B5EF4-FFF2-40B4-BE49-F238E27FC236}">
                <a16:creationId xmlns:a16="http://schemas.microsoft.com/office/drawing/2014/main" id="{4FE0F67F-225F-90BB-BED0-49D1CC28BB00}"/>
              </a:ext>
            </a:extLst>
          </p:cNvPr>
          <p:cNvSpPr>
            <a:spLocks noGrp="1"/>
          </p:cNvSpPr>
          <p:nvPr>
            <p:ph type="body" sz="quarter" idx="21"/>
          </p:nvPr>
        </p:nvSpPr>
        <p:spPr>
          <a:xfrm>
            <a:off x="303766" y="3748089"/>
            <a:ext cx="3644900" cy="1243012"/>
          </a:xfrm>
          <a:solidFill>
            <a:srgbClr val="D9D9D9"/>
          </a:solidFill>
        </p:spPr>
        <p:txBody>
          <a:bodyPr lIns="72000" tIns="72000" rIns="72000" bIns="72000">
            <a:noAutofit/>
          </a:bodyPr>
          <a:lstStyle>
            <a:lvl1pPr>
              <a:spcAft>
                <a:spcPts val="0"/>
              </a:spcAft>
              <a:defRPr sz="1500"/>
            </a:lvl1pPr>
            <a:lvl2pPr>
              <a:spcBef>
                <a:spcPts val="0"/>
              </a:spcBef>
              <a:spcAft>
                <a:spcPts val="0"/>
              </a:spcAft>
              <a:defRPr sz="1400"/>
            </a:lvl2pPr>
            <a:lvl3pPr>
              <a:defRPr sz="14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5" name="Text Placeholder 52">
            <a:extLst>
              <a:ext uri="{FF2B5EF4-FFF2-40B4-BE49-F238E27FC236}">
                <a16:creationId xmlns:a16="http://schemas.microsoft.com/office/drawing/2014/main" id="{61105D4D-A577-DDCB-526B-FF1B8A4242D2}"/>
              </a:ext>
            </a:extLst>
          </p:cNvPr>
          <p:cNvSpPr>
            <a:spLocks noGrp="1"/>
          </p:cNvSpPr>
          <p:nvPr>
            <p:ph type="body" sz="quarter" idx="22"/>
          </p:nvPr>
        </p:nvSpPr>
        <p:spPr>
          <a:xfrm>
            <a:off x="4272768" y="3748089"/>
            <a:ext cx="3644900" cy="1243012"/>
          </a:xfrm>
          <a:solidFill>
            <a:srgbClr val="D9D9D9"/>
          </a:solidFill>
        </p:spPr>
        <p:txBody>
          <a:bodyPr lIns="72000" tIns="72000" rIns="72000" bIns="72000">
            <a:noAutofit/>
          </a:bodyPr>
          <a:lstStyle>
            <a:lvl1pPr>
              <a:spcAft>
                <a:spcPts val="0"/>
              </a:spcAft>
              <a:defRPr sz="1500"/>
            </a:lvl1pPr>
            <a:lvl2pPr>
              <a:spcBef>
                <a:spcPts val="0"/>
              </a:spcBef>
              <a:spcAft>
                <a:spcPts val="0"/>
              </a:spcAft>
              <a:defRPr sz="1400"/>
            </a:lvl2pPr>
            <a:lvl3pPr>
              <a:defRPr sz="14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56" name="Text Placeholder 52">
            <a:extLst>
              <a:ext uri="{FF2B5EF4-FFF2-40B4-BE49-F238E27FC236}">
                <a16:creationId xmlns:a16="http://schemas.microsoft.com/office/drawing/2014/main" id="{2BBAC9B6-3981-B988-4DA0-74AC00A75D54}"/>
              </a:ext>
            </a:extLst>
          </p:cNvPr>
          <p:cNvSpPr>
            <a:spLocks noGrp="1"/>
          </p:cNvSpPr>
          <p:nvPr>
            <p:ph type="body" sz="quarter" idx="23"/>
          </p:nvPr>
        </p:nvSpPr>
        <p:spPr>
          <a:xfrm>
            <a:off x="8246113" y="3748089"/>
            <a:ext cx="3644900" cy="1243012"/>
          </a:xfrm>
          <a:solidFill>
            <a:srgbClr val="D9D9D9"/>
          </a:solidFill>
        </p:spPr>
        <p:txBody>
          <a:bodyPr lIns="72000" tIns="72000" rIns="72000" bIns="72000">
            <a:noAutofit/>
          </a:bodyPr>
          <a:lstStyle>
            <a:lvl1pPr>
              <a:spcAft>
                <a:spcPts val="0"/>
              </a:spcAft>
              <a:defRPr sz="1500"/>
            </a:lvl1pPr>
            <a:lvl2pPr>
              <a:spcBef>
                <a:spcPts val="0"/>
              </a:spcBef>
              <a:spcAft>
                <a:spcPts val="0"/>
              </a:spcAft>
              <a:defRPr sz="1400"/>
            </a:lvl2pPr>
            <a:lvl3pPr>
              <a:defRPr sz="14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3" name="Text Placeholder 52">
            <a:extLst>
              <a:ext uri="{FF2B5EF4-FFF2-40B4-BE49-F238E27FC236}">
                <a16:creationId xmlns:a16="http://schemas.microsoft.com/office/drawing/2014/main" id="{49A30315-1BC8-9095-78D6-7CDEE761A7B5}"/>
              </a:ext>
            </a:extLst>
          </p:cNvPr>
          <p:cNvSpPr>
            <a:spLocks noGrp="1"/>
          </p:cNvSpPr>
          <p:nvPr>
            <p:ph type="body" sz="quarter" idx="24"/>
          </p:nvPr>
        </p:nvSpPr>
        <p:spPr>
          <a:xfrm>
            <a:off x="303766" y="5009387"/>
            <a:ext cx="3644900" cy="1305783"/>
          </a:xfrm>
          <a:solidFill>
            <a:schemeClr val="bg1"/>
          </a:solidFill>
        </p:spPr>
        <p:txBody>
          <a:bodyPr lIns="72000" tIns="72000" rIns="72000" bIns="72000">
            <a:noAutofit/>
          </a:bodyPr>
          <a:lstStyle>
            <a:lvl1pPr>
              <a:spcAft>
                <a:spcPts val="0"/>
              </a:spcAft>
              <a:defRPr sz="1500"/>
            </a:lvl1pPr>
            <a:lvl2pPr>
              <a:spcBef>
                <a:spcPts val="0"/>
              </a:spcBef>
              <a:spcAft>
                <a:spcPts val="0"/>
              </a:spcAft>
              <a:defRPr sz="1400"/>
            </a:lvl2pPr>
            <a:lvl3pPr>
              <a:defRPr sz="14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4" name="Text Placeholder 52">
            <a:extLst>
              <a:ext uri="{FF2B5EF4-FFF2-40B4-BE49-F238E27FC236}">
                <a16:creationId xmlns:a16="http://schemas.microsoft.com/office/drawing/2014/main" id="{918CA97B-ADE4-FBA5-8887-6597A62BB414}"/>
              </a:ext>
            </a:extLst>
          </p:cNvPr>
          <p:cNvSpPr>
            <a:spLocks noGrp="1"/>
          </p:cNvSpPr>
          <p:nvPr>
            <p:ph type="body" sz="quarter" idx="25"/>
          </p:nvPr>
        </p:nvSpPr>
        <p:spPr>
          <a:xfrm>
            <a:off x="4272768" y="5009387"/>
            <a:ext cx="3644900" cy="1305783"/>
          </a:xfrm>
          <a:solidFill>
            <a:schemeClr val="bg1"/>
          </a:solidFill>
        </p:spPr>
        <p:txBody>
          <a:bodyPr lIns="72000" tIns="72000" rIns="72000" bIns="72000">
            <a:noAutofit/>
          </a:bodyPr>
          <a:lstStyle>
            <a:lvl1pPr>
              <a:spcAft>
                <a:spcPts val="0"/>
              </a:spcAft>
              <a:defRPr sz="1500"/>
            </a:lvl1pPr>
            <a:lvl2pPr>
              <a:spcBef>
                <a:spcPts val="0"/>
              </a:spcBef>
              <a:spcAft>
                <a:spcPts val="0"/>
              </a:spcAft>
              <a:defRPr sz="1400"/>
            </a:lvl2pPr>
            <a:lvl3pPr>
              <a:defRPr sz="14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5" name="Text Placeholder 52">
            <a:extLst>
              <a:ext uri="{FF2B5EF4-FFF2-40B4-BE49-F238E27FC236}">
                <a16:creationId xmlns:a16="http://schemas.microsoft.com/office/drawing/2014/main" id="{7F472E73-BEA2-0174-A492-8AAE419736D5}"/>
              </a:ext>
            </a:extLst>
          </p:cNvPr>
          <p:cNvSpPr>
            <a:spLocks noGrp="1"/>
          </p:cNvSpPr>
          <p:nvPr>
            <p:ph type="body" sz="quarter" idx="26"/>
          </p:nvPr>
        </p:nvSpPr>
        <p:spPr>
          <a:xfrm>
            <a:off x="8246113" y="5009387"/>
            <a:ext cx="3644900" cy="1305783"/>
          </a:xfrm>
          <a:solidFill>
            <a:schemeClr val="bg1"/>
          </a:solidFill>
        </p:spPr>
        <p:txBody>
          <a:bodyPr lIns="72000" tIns="72000" rIns="72000" bIns="72000">
            <a:noAutofit/>
          </a:bodyPr>
          <a:lstStyle>
            <a:lvl1pPr>
              <a:spcAft>
                <a:spcPts val="0"/>
              </a:spcAft>
              <a:defRPr sz="1500"/>
            </a:lvl1pPr>
            <a:lvl2pPr>
              <a:spcBef>
                <a:spcPts val="0"/>
              </a:spcBef>
              <a:spcAft>
                <a:spcPts val="0"/>
              </a:spcAft>
              <a:defRPr sz="1400"/>
            </a:lvl2pPr>
            <a:lvl3pPr>
              <a:defRPr sz="1400"/>
            </a:lvl3pPr>
            <a:lvl4pPr>
              <a:defRPr sz="1100"/>
            </a:lvl4pPr>
            <a:lvl5pPr>
              <a:defRPr sz="11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6" name="Text Placeholder 37">
            <a:extLst>
              <a:ext uri="{FF2B5EF4-FFF2-40B4-BE49-F238E27FC236}">
                <a16:creationId xmlns:a16="http://schemas.microsoft.com/office/drawing/2014/main" id="{CF985E1B-1FE4-6F51-0CB3-5524763B8367}"/>
              </a:ext>
            </a:extLst>
          </p:cNvPr>
          <p:cNvSpPr>
            <a:spLocks noGrp="1"/>
          </p:cNvSpPr>
          <p:nvPr>
            <p:ph type="body" sz="quarter" idx="27"/>
          </p:nvPr>
        </p:nvSpPr>
        <p:spPr>
          <a:xfrm>
            <a:off x="568751" y="1263193"/>
            <a:ext cx="11054498" cy="419990"/>
          </a:xfrm>
          <a:solidFill>
            <a:schemeClr val="tx2"/>
          </a:solidFill>
        </p:spPr>
        <p:txBody>
          <a:bodyPr anchor="ctr">
            <a:normAutofit/>
          </a:bodyPr>
          <a:lstStyle>
            <a:lvl1pPr algn="ctr">
              <a:defRPr sz="1800">
                <a:solidFill>
                  <a:schemeClr val="bg1"/>
                </a:solidFill>
              </a:defRPr>
            </a:lvl1pPr>
          </a:lstStyle>
          <a:p>
            <a:pPr lvl="0"/>
            <a:r>
              <a:rPr lang="en-US"/>
              <a:t>Edit Master text styles</a:t>
            </a:r>
          </a:p>
        </p:txBody>
      </p:sp>
      <p:sp>
        <p:nvSpPr>
          <p:cNvPr id="68" name="Text Placeholder 37">
            <a:extLst>
              <a:ext uri="{FF2B5EF4-FFF2-40B4-BE49-F238E27FC236}">
                <a16:creationId xmlns:a16="http://schemas.microsoft.com/office/drawing/2014/main" id="{D253D6C9-853F-376F-23D0-167C6D39D2FB}"/>
              </a:ext>
            </a:extLst>
          </p:cNvPr>
          <p:cNvSpPr>
            <a:spLocks noGrp="1"/>
          </p:cNvSpPr>
          <p:nvPr>
            <p:ph type="body" sz="quarter" idx="18"/>
          </p:nvPr>
        </p:nvSpPr>
        <p:spPr>
          <a:xfrm>
            <a:off x="302816" y="1973656"/>
            <a:ext cx="3646800" cy="470449"/>
          </a:xfrm>
          <a:solidFill>
            <a:schemeClr val="accent5"/>
          </a:solidFill>
        </p:spPr>
        <p:txBody>
          <a:bodyPr anchor="ctr">
            <a:normAutofit/>
          </a:bodyPr>
          <a:lstStyle>
            <a:lvl1pPr algn="ctr">
              <a:defRPr sz="1800">
                <a:solidFill>
                  <a:schemeClr val="bg1"/>
                </a:solidFill>
              </a:defRPr>
            </a:lvl1pPr>
          </a:lstStyle>
          <a:p>
            <a:pPr lvl="0"/>
            <a:r>
              <a:rPr lang="en-US"/>
              <a:t>Edit Master text styles</a:t>
            </a:r>
          </a:p>
        </p:txBody>
      </p:sp>
      <p:sp>
        <p:nvSpPr>
          <p:cNvPr id="69" name="Text Placeholder 37">
            <a:extLst>
              <a:ext uri="{FF2B5EF4-FFF2-40B4-BE49-F238E27FC236}">
                <a16:creationId xmlns:a16="http://schemas.microsoft.com/office/drawing/2014/main" id="{909F2A52-3888-C767-92D6-3406FF3063BD}"/>
              </a:ext>
            </a:extLst>
          </p:cNvPr>
          <p:cNvSpPr>
            <a:spLocks noGrp="1"/>
          </p:cNvSpPr>
          <p:nvPr>
            <p:ph type="body" sz="quarter" idx="19"/>
          </p:nvPr>
        </p:nvSpPr>
        <p:spPr>
          <a:xfrm>
            <a:off x="4271818" y="1973656"/>
            <a:ext cx="3646800" cy="470449"/>
          </a:xfrm>
          <a:solidFill>
            <a:schemeClr val="accent6"/>
          </a:solidFill>
        </p:spPr>
        <p:txBody>
          <a:bodyPr anchor="ctr">
            <a:normAutofit/>
          </a:bodyPr>
          <a:lstStyle>
            <a:lvl1pPr algn="ctr">
              <a:defRPr sz="1800">
                <a:solidFill>
                  <a:schemeClr val="bg1"/>
                </a:solidFill>
              </a:defRPr>
            </a:lvl1pPr>
          </a:lstStyle>
          <a:p>
            <a:pPr lvl="0"/>
            <a:r>
              <a:rPr lang="en-US"/>
              <a:t>Edit Master text styles</a:t>
            </a:r>
          </a:p>
        </p:txBody>
      </p:sp>
      <p:sp>
        <p:nvSpPr>
          <p:cNvPr id="70" name="Text Placeholder 37">
            <a:extLst>
              <a:ext uri="{FF2B5EF4-FFF2-40B4-BE49-F238E27FC236}">
                <a16:creationId xmlns:a16="http://schemas.microsoft.com/office/drawing/2014/main" id="{2A5EDF7B-A009-D937-AD6A-5A8F7F4E8F7B}"/>
              </a:ext>
            </a:extLst>
          </p:cNvPr>
          <p:cNvSpPr>
            <a:spLocks noGrp="1"/>
          </p:cNvSpPr>
          <p:nvPr>
            <p:ph type="body" sz="quarter" idx="20"/>
          </p:nvPr>
        </p:nvSpPr>
        <p:spPr>
          <a:xfrm>
            <a:off x="8245163" y="1973656"/>
            <a:ext cx="3646800" cy="470449"/>
          </a:xfrm>
          <a:solidFill>
            <a:schemeClr val="accent4"/>
          </a:solidFill>
        </p:spPr>
        <p:txBody>
          <a:bodyPr anchor="ctr">
            <a:normAutofit/>
          </a:bodyPr>
          <a:lstStyle>
            <a:lvl1pPr algn="ctr">
              <a:defRPr sz="1800">
                <a:solidFill>
                  <a:schemeClr val="bg1"/>
                </a:solidFill>
              </a:defRPr>
            </a:lvl1pPr>
          </a:lstStyle>
          <a:p>
            <a:pPr lvl="0"/>
            <a:r>
              <a:rPr lang="en-US"/>
              <a:t>Edit Master text styles</a:t>
            </a:r>
          </a:p>
        </p:txBody>
      </p:sp>
    </p:spTree>
    <p:extLst>
      <p:ext uri="{BB962C8B-B14F-4D97-AF65-F5344CB8AC3E}">
        <p14:creationId xmlns:p14="http://schemas.microsoft.com/office/powerpoint/2010/main" val="234281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Inners - Case study">
    <p:spTree>
      <p:nvGrpSpPr>
        <p:cNvPr id="1" name=""/>
        <p:cNvGrpSpPr/>
        <p:nvPr/>
      </p:nvGrpSpPr>
      <p:grpSpPr>
        <a:xfrm>
          <a:off x="0" y="0"/>
          <a:ext cx="0" cy="0"/>
          <a:chOff x="0" y="0"/>
          <a:chExt cx="0" cy="0"/>
        </a:xfrm>
      </p:grpSpPr>
      <p:sp>
        <p:nvSpPr>
          <p:cNvPr id="35" name="Text Placeholder 5">
            <a:extLst>
              <a:ext uri="{FF2B5EF4-FFF2-40B4-BE49-F238E27FC236}">
                <a16:creationId xmlns:a16="http://schemas.microsoft.com/office/drawing/2014/main" id="{F6759F43-735C-9717-E7A2-6623D9F0D973}"/>
              </a:ext>
            </a:extLst>
          </p:cNvPr>
          <p:cNvSpPr>
            <a:spLocks noGrp="1"/>
          </p:cNvSpPr>
          <p:nvPr>
            <p:ph type="body" sz="quarter" idx="21"/>
          </p:nvPr>
        </p:nvSpPr>
        <p:spPr>
          <a:xfrm>
            <a:off x="300038" y="4358650"/>
            <a:ext cx="3796703" cy="1950075"/>
          </a:xfrm>
          <a:solidFill>
            <a:srgbClr val="D9D9D9"/>
          </a:solidFill>
        </p:spPr>
        <p:txBody>
          <a:bodyPr lIns="144000" tIns="108000" rIns="144000" bIns="144000">
            <a:normAutofit/>
          </a:bodyPr>
          <a:lstStyle>
            <a:lvl1pPr>
              <a:defRPr sz="20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6" name="Text Placeholder 5">
            <a:extLst>
              <a:ext uri="{FF2B5EF4-FFF2-40B4-BE49-F238E27FC236}">
                <a16:creationId xmlns:a16="http://schemas.microsoft.com/office/drawing/2014/main" id="{16597DA3-32FF-1AE3-8478-9BB8C36AB601}"/>
              </a:ext>
            </a:extLst>
          </p:cNvPr>
          <p:cNvSpPr>
            <a:spLocks noGrp="1"/>
          </p:cNvSpPr>
          <p:nvPr>
            <p:ph type="body" sz="quarter" idx="22"/>
          </p:nvPr>
        </p:nvSpPr>
        <p:spPr>
          <a:xfrm>
            <a:off x="4197073" y="4358650"/>
            <a:ext cx="3796703" cy="1950075"/>
          </a:xfrm>
          <a:solidFill>
            <a:srgbClr val="D9D9D9"/>
          </a:solidFill>
        </p:spPr>
        <p:txBody>
          <a:bodyPr lIns="144000" tIns="108000" rIns="144000" bIns="144000">
            <a:normAutofit/>
          </a:bodyPr>
          <a:lstStyle>
            <a:lvl1pPr>
              <a:defRPr sz="20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37" name="Text Placeholder 5">
            <a:extLst>
              <a:ext uri="{FF2B5EF4-FFF2-40B4-BE49-F238E27FC236}">
                <a16:creationId xmlns:a16="http://schemas.microsoft.com/office/drawing/2014/main" id="{4127FC13-C9D5-FC63-1218-043F23A89776}"/>
              </a:ext>
            </a:extLst>
          </p:cNvPr>
          <p:cNvSpPr>
            <a:spLocks noGrp="1"/>
          </p:cNvSpPr>
          <p:nvPr>
            <p:ph type="body" sz="quarter" idx="23"/>
          </p:nvPr>
        </p:nvSpPr>
        <p:spPr>
          <a:xfrm>
            <a:off x="8094109" y="4358650"/>
            <a:ext cx="3796703" cy="1950075"/>
          </a:xfrm>
          <a:solidFill>
            <a:srgbClr val="D9D9D9"/>
          </a:solidFill>
        </p:spPr>
        <p:txBody>
          <a:bodyPr lIns="144000" tIns="108000" rIns="144000" bIns="144000">
            <a:normAutofit/>
          </a:bodyPr>
          <a:lstStyle>
            <a:lvl1pPr>
              <a:defRPr sz="2000"/>
            </a:lvl1pPr>
            <a:lvl2pPr>
              <a:defRPr sz="1600"/>
            </a:lvl2pPr>
            <a:lvl3pPr>
              <a:defRPr sz="1400"/>
            </a:lvl3pPr>
            <a:lvl4pPr>
              <a:defRPr sz="1200"/>
            </a:lvl4pPr>
            <a:lvl5pPr>
              <a:defRPr sz="1200"/>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7" name="Picture Placeholder 26">
            <a:extLst>
              <a:ext uri="{FF2B5EF4-FFF2-40B4-BE49-F238E27FC236}">
                <a16:creationId xmlns:a16="http://schemas.microsoft.com/office/drawing/2014/main" id="{0325BE7D-5A15-E8D4-1ACE-BB4F4F9B0ECE}"/>
              </a:ext>
            </a:extLst>
          </p:cNvPr>
          <p:cNvSpPr>
            <a:spLocks noGrp="1"/>
          </p:cNvSpPr>
          <p:nvPr>
            <p:ph type="pic" sz="quarter" idx="19"/>
          </p:nvPr>
        </p:nvSpPr>
        <p:spPr>
          <a:xfrm>
            <a:off x="300038" y="1233488"/>
            <a:ext cx="7701322" cy="3024719"/>
          </a:xfrm>
          <a:custGeom>
            <a:avLst/>
            <a:gdLst>
              <a:gd name="connsiteX0" fmla="*/ 146785 w 7701322"/>
              <a:gd name="connsiteY0" fmla="*/ 0 h 3024719"/>
              <a:gd name="connsiteX1" fmla="*/ 7701322 w 7701322"/>
              <a:gd name="connsiteY1" fmla="*/ 0 h 3024719"/>
              <a:gd name="connsiteX2" fmla="*/ 7701322 w 7701322"/>
              <a:gd name="connsiteY2" fmla="*/ 3024719 h 3024719"/>
              <a:gd name="connsiteX3" fmla="*/ 0 w 7701322"/>
              <a:gd name="connsiteY3" fmla="*/ 3024719 h 3024719"/>
              <a:gd name="connsiteX4" fmla="*/ 0 w 7701322"/>
              <a:gd name="connsiteY4" fmla="*/ 146785 h 302471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701322" h="3024719">
                <a:moveTo>
                  <a:pt x="146785" y="0"/>
                </a:moveTo>
                <a:lnTo>
                  <a:pt x="7701322" y="0"/>
                </a:lnTo>
                <a:lnTo>
                  <a:pt x="7701322" y="3024719"/>
                </a:lnTo>
                <a:lnTo>
                  <a:pt x="0" y="3024719"/>
                </a:lnTo>
                <a:lnTo>
                  <a:pt x="0" y="146785"/>
                </a:lnTo>
                <a:close/>
              </a:path>
            </a:pathLst>
          </a:custGeom>
          <a:solidFill>
            <a:srgbClr val="F2F2F2"/>
          </a:solidFill>
        </p:spPr>
        <p:txBody>
          <a:bodyPr wrap="square">
            <a:noAutofit/>
          </a:bodyPr>
          <a:lstStyle/>
          <a:p>
            <a:r>
              <a:rPr lang="en-US"/>
              <a:t>Click icon to add picture</a:t>
            </a:r>
            <a:endParaRPr lang="en-GB"/>
          </a:p>
        </p:txBody>
      </p:sp>
      <p:sp>
        <p:nvSpPr>
          <p:cNvPr id="30" name="Rectangle 29">
            <a:extLst>
              <a:ext uri="{FF2B5EF4-FFF2-40B4-BE49-F238E27FC236}">
                <a16:creationId xmlns:a16="http://schemas.microsoft.com/office/drawing/2014/main" id="{C966BEC4-12D1-53E3-A6B7-3933248B2E07}"/>
              </a:ext>
            </a:extLst>
          </p:cNvPr>
          <p:cNvSpPr/>
          <p:nvPr userDrawn="1"/>
        </p:nvSpPr>
        <p:spPr>
          <a:xfrm>
            <a:off x="8089200" y="1233488"/>
            <a:ext cx="3798000" cy="3024719"/>
          </a:xfrm>
          <a:prstGeom prst="rect">
            <a:avLst/>
          </a:prstGeom>
          <a:ln w="25400">
            <a:solidFill>
              <a:srgbClr val="FF0000"/>
            </a:solidFill>
          </a:ln>
        </p:spPr>
        <p:txBody>
          <a:bodyPr vert="horz" lIns="180000" tIns="180000" rIns="180000" bIns="648000" rtlCol="0">
            <a:normAutofit/>
          </a:bodyPr>
          <a:lstStyle/>
          <a:p>
            <a:pPr lvl="0" indent="0">
              <a:lnSpc>
                <a:spcPct val="90000"/>
              </a:lnSpc>
              <a:spcBef>
                <a:spcPts val="1000"/>
              </a:spcBef>
              <a:spcAft>
                <a:spcPts val="600"/>
              </a:spcAft>
              <a:buFont typeface="Arial" panose="020B0604020202020204" pitchFamily="34" charset="0"/>
              <a:buNone/>
            </a:pPr>
            <a:endParaRPr lang="en-GB" sz="1600" b="1">
              <a:solidFill>
                <a:schemeClr val="tx1"/>
              </a:solidFill>
            </a:endParaRPr>
          </a:p>
        </p:txBody>
      </p:sp>
      <p:sp>
        <p:nvSpPr>
          <p:cNvPr id="28" name="Text Placeholder 5">
            <a:extLst>
              <a:ext uri="{FF2B5EF4-FFF2-40B4-BE49-F238E27FC236}">
                <a16:creationId xmlns:a16="http://schemas.microsoft.com/office/drawing/2014/main" id="{0F6C386B-03CA-80E5-107D-0EAC6D5A87DB}"/>
              </a:ext>
            </a:extLst>
          </p:cNvPr>
          <p:cNvSpPr>
            <a:spLocks noGrp="1"/>
          </p:cNvSpPr>
          <p:nvPr>
            <p:ph type="body" sz="quarter" idx="13"/>
          </p:nvPr>
        </p:nvSpPr>
        <p:spPr>
          <a:xfrm>
            <a:off x="8094109" y="1233489"/>
            <a:ext cx="3796703" cy="2338916"/>
          </a:xfrm>
          <a:ln w="25400">
            <a:noFill/>
          </a:ln>
        </p:spPr>
        <p:txBody>
          <a:bodyPr lIns="180000" tIns="180000" rIns="180000" bIns="180000">
            <a:normAutofit/>
          </a:bodyPr>
          <a:lstStyle>
            <a:lvl1pPr>
              <a:tabLst>
                <a:tab pos="358775" algn="l"/>
              </a:tabLst>
              <a:defRPr sz="160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Edit Master text styles</a:t>
            </a:r>
          </a:p>
        </p:txBody>
      </p:sp>
      <p:sp>
        <p:nvSpPr>
          <p:cNvPr id="2" name="Title 1">
            <a:extLst>
              <a:ext uri="{FF2B5EF4-FFF2-40B4-BE49-F238E27FC236}">
                <a16:creationId xmlns:a16="http://schemas.microsoft.com/office/drawing/2014/main" id="{BD3E3AB8-2C58-3E6A-1779-87ACEF13A3FC}"/>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8699B134-7AA1-11CC-11D8-41EC58B7D028}"/>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8F13104A-950F-B9C5-9D47-13F20E027B29}"/>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32" name="Text Placeholder 5">
            <a:extLst>
              <a:ext uri="{FF2B5EF4-FFF2-40B4-BE49-F238E27FC236}">
                <a16:creationId xmlns:a16="http://schemas.microsoft.com/office/drawing/2014/main" id="{9FD783EC-6FB7-9817-0756-5386CE20FE77}"/>
              </a:ext>
            </a:extLst>
          </p:cNvPr>
          <p:cNvSpPr>
            <a:spLocks noGrp="1"/>
          </p:cNvSpPr>
          <p:nvPr>
            <p:ph type="body" sz="quarter" idx="20"/>
          </p:nvPr>
        </p:nvSpPr>
        <p:spPr>
          <a:xfrm>
            <a:off x="8090497" y="3672848"/>
            <a:ext cx="3796703" cy="585359"/>
          </a:xfrm>
          <a:ln w="25400">
            <a:noFill/>
          </a:ln>
        </p:spPr>
        <p:txBody>
          <a:bodyPr lIns="180000" tIns="180000" rIns="180000" bIns="180000" anchor="b">
            <a:noAutofit/>
          </a:bodyPr>
          <a:lstStyle>
            <a:lvl1pPr>
              <a:defRPr sz="1050" b="0">
                <a:solidFill>
                  <a:schemeClr val="tx1"/>
                </a:solidFill>
              </a:defRPr>
            </a:lvl1pPr>
            <a:lvl2pPr>
              <a:defRPr sz="1600">
                <a:solidFill>
                  <a:schemeClr val="tx1"/>
                </a:solidFill>
              </a:defRPr>
            </a:lvl2pPr>
            <a:lvl3pPr>
              <a:defRPr sz="1400">
                <a:solidFill>
                  <a:schemeClr val="tx1"/>
                </a:solidFill>
              </a:defRPr>
            </a:lvl3pPr>
            <a:lvl4pPr>
              <a:defRPr sz="1200">
                <a:solidFill>
                  <a:schemeClr val="tx1"/>
                </a:solidFill>
              </a:defRPr>
            </a:lvl4pPr>
            <a:lvl5pPr>
              <a:defRPr sz="1200">
                <a:solidFill>
                  <a:schemeClr val="tx1"/>
                </a:solidFill>
              </a:defRPr>
            </a:lvl5pPr>
          </a:lstStyle>
          <a:p>
            <a:pPr lvl="0"/>
            <a:r>
              <a:rPr lang="en-US"/>
              <a:t>Edit Master text styles</a:t>
            </a:r>
          </a:p>
        </p:txBody>
      </p:sp>
    </p:spTree>
    <p:extLst>
      <p:ext uri="{BB962C8B-B14F-4D97-AF65-F5344CB8AC3E}">
        <p14:creationId xmlns:p14="http://schemas.microsoft.com/office/powerpoint/2010/main" val="252014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Inners - Map slide with key stats">
    <p:spTree>
      <p:nvGrpSpPr>
        <p:cNvPr id="1" name=""/>
        <p:cNvGrpSpPr/>
        <p:nvPr/>
      </p:nvGrpSpPr>
      <p:grpSpPr>
        <a:xfrm>
          <a:off x="0" y="0"/>
          <a:ext cx="0" cy="0"/>
          <a:chOff x="0" y="0"/>
          <a:chExt cx="0" cy="0"/>
        </a:xfrm>
      </p:grpSpPr>
      <p:sp>
        <p:nvSpPr>
          <p:cNvPr id="29" name="Picture Placeholder 7">
            <a:extLst>
              <a:ext uri="{FF2B5EF4-FFF2-40B4-BE49-F238E27FC236}">
                <a16:creationId xmlns:a16="http://schemas.microsoft.com/office/drawing/2014/main" id="{81CFAC18-01D5-FAE4-D836-F75078BA78BA}"/>
              </a:ext>
            </a:extLst>
          </p:cNvPr>
          <p:cNvSpPr>
            <a:spLocks noGrp="1"/>
          </p:cNvSpPr>
          <p:nvPr>
            <p:ph type="pic" sz="quarter" idx="19"/>
          </p:nvPr>
        </p:nvSpPr>
        <p:spPr>
          <a:xfrm>
            <a:off x="300038" y="1233488"/>
            <a:ext cx="5794375" cy="5067300"/>
          </a:xfrm>
          <a:solidFill>
            <a:srgbClr val="F2F2F2"/>
          </a:solidFill>
        </p:spPr>
        <p:txBody>
          <a:bodyPr/>
          <a:lstStyle/>
          <a:p>
            <a:r>
              <a:rPr lang="en-US"/>
              <a:t>Click icon to add picture</a:t>
            </a:r>
            <a:endParaRPr lang="en-GB"/>
          </a:p>
        </p:txBody>
      </p:sp>
      <p:sp>
        <p:nvSpPr>
          <p:cNvPr id="2" name="Title 1">
            <a:extLst>
              <a:ext uri="{FF2B5EF4-FFF2-40B4-BE49-F238E27FC236}">
                <a16:creationId xmlns:a16="http://schemas.microsoft.com/office/drawing/2014/main" id="{BD3E3AB8-2C58-3E6A-1779-87ACEF13A3FC}"/>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8699B134-7AA1-11CC-11D8-41EC58B7D028}"/>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8F13104A-950F-B9C5-9D47-13F20E027B29}"/>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22" name="Text Placeholder 13">
            <a:extLst>
              <a:ext uri="{FF2B5EF4-FFF2-40B4-BE49-F238E27FC236}">
                <a16:creationId xmlns:a16="http://schemas.microsoft.com/office/drawing/2014/main" id="{A027C52B-E866-68A2-9A75-0AD6495DBF20}"/>
              </a:ext>
            </a:extLst>
          </p:cNvPr>
          <p:cNvSpPr>
            <a:spLocks noGrp="1"/>
          </p:cNvSpPr>
          <p:nvPr>
            <p:ph type="body" sz="quarter" idx="12"/>
          </p:nvPr>
        </p:nvSpPr>
        <p:spPr>
          <a:xfrm>
            <a:off x="6196013" y="1244600"/>
            <a:ext cx="5695950" cy="971550"/>
          </a:xfrm>
          <a:solidFill>
            <a:schemeClr val="accent5"/>
          </a:solidFill>
        </p:spPr>
        <p:txBody>
          <a:bodyPr lIns="108000" tIns="72000" rIns="108000" bIns="108000" anchor="ctr">
            <a:noAutofit/>
          </a:bodyPr>
          <a:lstStyle>
            <a:lvl1pPr algn="ctr">
              <a:defRPr sz="1400">
                <a:solidFill>
                  <a:schemeClr val="bg1"/>
                </a:solidFill>
              </a:defRPr>
            </a:lvl1pPr>
            <a:lvl2pPr>
              <a:defRPr sz="14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p:txBody>
      </p:sp>
      <p:sp>
        <p:nvSpPr>
          <p:cNvPr id="23" name="Text Placeholder 13">
            <a:extLst>
              <a:ext uri="{FF2B5EF4-FFF2-40B4-BE49-F238E27FC236}">
                <a16:creationId xmlns:a16="http://schemas.microsoft.com/office/drawing/2014/main" id="{7FB3C19C-9C89-6E2D-5157-AC77083ACD2A}"/>
              </a:ext>
            </a:extLst>
          </p:cNvPr>
          <p:cNvSpPr>
            <a:spLocks noGrp="1"/>
          </p:cNvSpPr>
          <p:nvPr>
            <p:ph type="body" sz="quarter" idx="13"/>
          </p:nvPr>
        </p:nvSpPr>
        <p:spPr>
          <a:xfrm>
            <a:off x="6196013" y="2269724"/>
            <a:ext cx="2818118" cy="971550"/>
          </a:xfrm>
          <a:solidFill>
            <a:schemeClr val="tx2"/>
          </a:solidFill>
        </p:spPr>
        <p:txBody>
          <a:bodyPr lIns="108000" tIns="72000" rIns="108000" bIns="108000">
            <a:noAutofit/>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p:txBody>
      </p:sp>
      <p:sp>
        <p:nvSpPr>
          <p:cNvPr id="24" name="Text Placeholder 13">
            <a:extLst>
              <a:ext uri="{FF2B5EF4-FFF2-40B4-BE49-F238E27FC236}">
                <a16:creationId xmlns:a16="http://schemas.microsoft.com/office/drawing/2014/main" id="{FABA123F-DAD8-8B1E-81A8-E9BB31FFB10A}"/>
              </a:ext>
            </a:extLst>
          </p:cNvPr>
          <p:cNvSpPr>
            <a:spLocks noGrp="1"/>
          </p:cNvSpPr>
          <p:nvPr>
            <p:ph type="body" sz="quarter" idx="14"/>
          </p:nvPr>
        </p:nvSpPr>
        <p:spPr>
          <a:xfrm>
            <a:off x="9087677" y="2269724"/>
            <a:ext cx="2818118" cy="971550"/>
          </a:xfrm>
          <a:solidFill>
            <a:schemeClr val="tx2"/>
          </a:solidFill>
        </p:spPr>
        <p:txBody>
          <a:bodyPr lIns="108000" tIns="72000" rIns="108000" bIns="108000">
            <a:noAutofit/>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p:txBody>
      </p:sp>
      <p:sp>
        <p:nvSpPr>
          <p:cNvPr id="25" name="Text Placeholder 13">
            <a:extLst>
              <a:ext uri="{FF2B5EF4-FFF2-40B4-BE49-F238E27FC236}">
                <a16:creationId xmlns:a16="http://schemas.microsoft.com/office/drawing/2014/main" id="{E92879C1-8525-996E-7FC7-74185A5691D3}"/>
              </a:ext>
            </a:extLst>
          </p:cNvPr>
          <p:cNvSpPr>
            <a:spLocks noGrp="1"/>
          </p:cNvSpPr>
          <p:nvPr>
            <p:ph type="body" sz="quarter" idx="15"/>
          </p:nvPr>
        </p:nvSpPr>
        <p:spPr>
          <a:xfrm>
            <a:off x="6196013" y="3295298"/>
            <a:ext cx="5695950" cy="971550"/>
          </a:xfrm>
          <a:solidFill>
            <a:schemeClr val="accent4"/>
          </a:solidFill>
        </p:spPr>
        <p:txBody>
          <a:bodyPr lIns="108000" tIns="72000" rIns="108000" bIns="108000">
            <a:noAutofit/>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p:txBody>
      </p:sp>
      <p:sp>
        <p:nvSpPr>
          <p:cNvPr id="26" name="Text Placeholder 13">
            <a:extLst>
              <a:ext uri="{FF2B5EF4-FFF2-40B4-BE49-F238E27FC236}">
                <a16:creationId xmlns:a16="http://schemas.microsoft.com/office/drawing/2014/main" id="{5B268CEE-B32B-F24E-0F2B-68862FA3176A}"/>
              </a:ext>
            </a:extLst>
          </p:cNvPr>
          <p:cNvSpPr>
            <a:spLocks noGrp="1"/>
          </p:cNvSpPr>
          <p:nvPr>
            <p:ph type="body" sz="quarter" idx="16"/>
          </p:nvPr>
        </p:nvSpPr>
        <p:spPr>
          <a:xfrm>
            <a:off x="6196013" y="4319369"/>
            <a:ext cx="2818118" cy="971550"/>
          </a:xfrm>
          <a:solidFill>
            <a:schemeClr val="accent5"/>
          </a:solidFill>
        </p:spPr>
        <p:txBody>
          <a:bodyPr lIns="108000" tIns="72000" rIns="108000" bIns="108000">
            <a:noAutofit/>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p:txBody>
      </p:sp>
      <p:sp>
        <p:nvSpPr>
          <p:cNvPr id="27" name="Text Placeholder 13">
            <a:extLst>
              <a:ext uri="{FF2B5EF4-FFF2-40B4-BE49-F238E27FC236}">
                <a16:creationId xmlns:a16="http://schemas.microsoft.com/office/drawing/2014/main" id="{3896AC2F-4CE2-5C3D-7EA8-55CDAED4C045}"/>
              </a:ext>
            </a:extLst>
          </p:cNvPr>
          <p:cNvSpPr>
            <a:spLocks noGrp="1"/>
          </p:cNvSpPr>
          <p:nvPr>
            <p:ph type="body" sz="quarter" idx="17"/>
          </p:nvPr>
        </p:nvSpPr>
        <p:spPr>
          <a:xfrm>
            <a:off x="9087677" y="4319369"/>
            <a:ext cx="2818118" cy="971550"/>
          </a:xfrm>
          <a:solidFill>
            <a:schemeClr val="accent6"/>
          </a:solidFill>
        </p:spPr>
        <p:txBody>
          <a:bodyPr lIns="108000" tIns="72000" rIns="108000" bIns="108000">
            <a:noAutofit/>
          </a:bodyPr>
          <a:lstStyle>
            <a:lvl1pPr>
              <a:defRPr sz="1200">
                <a:solidFill>
                  <a:schemeClr val="bg1"/>
                </a:solidFill>
              </a:defRPr>
            </a:lvl1pPr>
            <a:lvl2pPr>
              <a:defRPr sz="1200">
                <a:solidFill>
                  <a:schemeClr val="bg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p:txBody>
      </p:sp>
      <p:sp>
        <p:nvSpPr>
          <p:cNvPr id="28" name="Text Placeholder 13">
            <a:extLst>
              <a:ext uri="{FF2B5EF4-FFF2-40B4-BE49-F238E27FC236}">
                <a16:creationId xmlns:a16="http://schemas.microsoft.com/office/drawing/2014/main" id="{09D30776-1594-381B-B28A-05D01787BC1C}"/>
              </a:ext>
            </a:extLst>
          </p:cNvPr>
          <p:cNvSpPr>
            <a:spLocks noGrp="1"/>
          </p:cNvSpPr>
          <p:nvPr>
            <p:ph type="body" sz="quarter" idx="18"/>
          </p:nvPr>
        </p:nvSpPr>
        <p:spPr>
          <a:xfrm>
            <a:off x="6196013" y="5345544"/>
            <a:ext cx="5695950" cy="971550"/>
          </a:xfrm>
          <a:solidFill>
            <a:schemeClr val="bg2"/>
          </a:solidFill>
        </p:spPr>
        <p:txBody>
          <a:bodyPr lIns="108000" tIns="72000" rIns="108000" bIns="108000">
            <a:noAutofit/>
          </a:bodyPr>
          <a:lstStyle>
            <a:lvl1pPr>
              <a:defRPr sz="1200">
                <a:solidFill>
                  <a:schemeClr val="tx1"/>
                </a:solidFill>
              </a:defRPr>
            </a:lvl1pPr>
            <a:lvl2pPr>
              <a:defRPr sz="1200">
                <a:solidFill>
                  <a:schemeClr val="tx1"/>
                </a:solidFill>
              </a:defRPr>
            </a:lvl2pPr>
            <a:lvl3pPr>
              <a:defRPr sz="1200">
                <a:solidFill>
                  <a:schemeClr val="bg1"/>
                </a:solidFill>
              </a:defRPr>
            </a:lvl3pPr>
            <a:lvl4pPr>
              <a:defRPr sz="1100">
                <a:solidFill>
                  <a:schemeClr val="bg1"/>
                </a:solidFill>
              </a:defRPr>
            </a:lvl4pPr>
            <a:lvl5pPr>
              <a:defRPr sz="1100">
                <a:solidFill>
                  <a:schemeClr val="bg1"/>
                </a:solidFill>
              </a:defRPr>
            </a:lvl5pPr>
          </a:lstStyle>
          <a:p>
            <a:pPr lvl="0"/>
            <a:r>
              <a:rPr lang="en-US"/>
              <a:t>Edit Master text styles</a:t>
            </a:r>
          </a:p>
          <a:p>
            <a:pPr lvl="1"/>
            <a:r>
              <a:rPr lang="en-US"/>
              <a:t>Second level</a:t>
            </a:r>
          </a:p>
        </p:txBody>
      </p:sp>
    </p:spTree>
    <p:extLst>
      <p:ext uri="{BB962C8B-B14F-4D97-AF65-F5344CB8AC3E}">
        <p14:creationId xmlns:p14="http://schemas.microsoft.com/office/powerpoint/2010/main" val="182906374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Inners - Image and key statistics">
    <p:spTree>
      <p:nvGrpSpPr>
        <p:cNvPr id="1" name=""/>
        <p:cNvGrpSpPr/>
        <p:nvPr/>
      </p:nvGrpSpPr>
      <p:grpSpPr>
        <a:xfrm>
          <a:off x="0" y="0"/>
          <a:ext cx="0" cy="0"/>
          <a:chOff x="0" y="0"/>
          <a:chExt cx="0" cy="0"/>
        </a:xfrm>
      </p:grpSpPr>
      <p:sp>
        <p:nvSpPr>
          <p:cNvPr id="10" name="Picture Placeholder 7">
            <a:extLst>
              <a:ext uri="{FF2B5EF4-FFF2-40B4-BE49-F238E27FC236}">
                <a16:creationId xmlns:a16="http://schemas.microsoft.com/office/drawing/2014/main" id="{B5C14D84-3024-1561-310B-60C9DDA19A36}"/>
              </a:ext>
            </a:extLst>
          </p:cNvPr>
          <p:cNvSpPr>
            <a:spLocks noGrp="1"/>
          </p:cNvSpPr>
          <p:nvPr>
            <p:ph type="pic" sz="quarter" idx="12"/>
          </p:nvPr>
        </p:nvSpPr>
        <p:spPr>
          <a:xfrm>
            <a:off x="300038" y="1233488"/>
            <a:ext cx="5794375" cy="5067300"/>
          </a:xfrm>
          <a:solidFill>
            <a:srgbClr val="F2F2F2"/>
          </a:solidFill>
        </p:spPr>
        <p:txBody>
          <a:bodyPr/>
          <a:lstStyle/>
          <a:p>
            <a:r>
              <a:rPr lang="en-US"/>
              <a:t>Click icon to add picture</a:t>
            </a:r>
            <a:endParaRPr lang="en-GB"/>
          </a:p>
        </p:txBody>
      </p:sp>
      <p:sp>
        <p:nvSpPr>
          <p:cNvPr id="2" name="Title 1">
            <a:extLst>
              <a:ext uri="{FF2B5EF4-FFF2-40B4-BE49-F238E27FC236}">
                <a16:creationId xmlns:a16="http://schemas.microsoft.com/office/drawing/2014/main" id="{BD3E3AB8-2C58-3E6A-1779-87ACEF13A3FC}"/>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8699B134-7AA1-11CC-11D8-41EC58B7D028}"/>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8F13104A-950F-B9C5-9D47-13F20E027B29}"/>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15" name="Text Placeholder 5">
            <a:extLst>
              <a:ext uri="{FF2B5EF4-FFF2-40B4-BE49-F238E27FC236}">
                <a16:creationId xmlns:a16="http://schemas.microsoft.com/office/drawing/2014/main" id="{90D55C6D-44F9-8CE1-E194-528C2E21D0E0}"/>
              </a:ext>
            </a:extLst>
          </p:cNvPr>
          <p:cNvSpPr>
            <a:spLocks noGrp="1"/>
          </p:cNvSpPr>
          <p:nvPr>
            <p:ph type="body" sz="quarter" idx="13"/>
          </p:nvPr>
        </p:nvSpPr>
        <p:spPr>
          <a:xfrm>
            <a:off x="6239421" y="1233488"/>
            <a:ext cx="2754831" cy="2463491"/>
          </a:xfrm>
          <a:solidFill>
            <a:schemeClr val="accent3"/>
          </a:solidFill>
        </p:spPr>
        <p:txBody>
          <a:bodyPr lIns="144000" tIns="144000" rIns="144000" bIns="144000" anchor="ctr">
            <a:normAutofit/>
          </a:bodyP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16" name="Text Placeholder 5">
            <a:extLst>
              <a:ext uri="{FF2B5EF4-FFF2-40B4-BE49-F238E27FC236}">
                <a16:creationId xmlns:a16="http://schemas.microsoft.com/office/drawing/2014/main" id="{3AA3F0ED-C257-FC6C-E7E2-BE966911E442}"/>
              </a:ext>
            </a:extLst>
          </p:cNvPr>
          <p:cNvSpPr>
            <a:spLocks noGrp="1"/>
          </p:cNvSpPr>
          <p:nvPr>
            <p:ph type="body" sz="quarter" idx="14"/>
          </p:nvPr>
        </p:nvSpPr>
        <p:spPr>
          <a:xfrm>
            <a:off x="9137132" y="1233488"/>
            <a:ext cx="2754831" cy="2463491"/>
          </a:xfrm>
          <a:solidFill>
            <a:schemeClr val="accent5"/>
          </a:solidFill>
        </p:spPr>
        <p:txBody>
          <a:bodyPr lIns="144000" tIns="144000" rIns="144000" bIns="144000" anchor="ctr">
            <a:normAutofit/>
          </a:bodyP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17" name="Text Placeholder 5">
            <a:extLst>
              <a:ext uri="{FF2B5EF4-FFF2-40B4-BE49-F238E27FC236}">
                <a16:creationId xmlns:a16="http://schemas.microsoft.com/office/drawing/2014/main" id="{736EB3CE-FFFE-B314-7BFA-24D170A09B47}"/>
              </a:ext>
            </a:extLst>
          </p:cNvPr>
          <p:cNvSpPr>
            <a:spLocks noGrp="1"/>
          </p:cNvSpPr>
          <p:nvPr>
            <p:ph type="body" sz="quarter" idx="15"/>
          </p:nvPr>
        </p:nvSpPr>
        <p:spPr>
          <a:xfrm>
            <a:off x="6239421" y="3837297"/>
            <a:ext cx="2754831" cy="2463491"/>
          </a:xfrm>
          <a:solidFill>
            <a:schemeClr val="accent6"/>
          </a:solidFill>
        </p:spPr>
        <p:txBody>
          <a:bodyPr lIns="144000" tIns="144000" rIns="144000" bIns="144000" anchor="ctr">
            <a:normAutofit/>
          </a:bodyP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
        <p:nvSpPr>
          <p:cNvPr id="18" name="Text Placeholder 5">
            <a:extLst>
              <a:ext uri="{FF2B5EF4-FFF2-40B4-BE49-F238E27FC236}">
                <a16:creationId xmlns:a16="http://schemas.microsoft.com/office/drawing/2014/main" id="{651D2DDD-FDED-5055-4FB5-E20BCAE3531A}"/>
              </a:ext>
            </a:extLst>
          </p:cNvPr>
          <p:cNvSpPr>
            <a:spLocks noGrp="1"/>
          </p:cNvSpPr>
          <p:nvPr>
            <p:ph type="body" sz="quarter" idx="16"/>
          </p:nvPr>
        </p:nvSpPr>
        <p:spPr>
          <a:xfrm>
            <a:off x="9137132" y="3837297"/>
            <a:ext cx="2754831" cy="2463491"/>
          </a:xfrm>
          <a:solidFill>
            <a:schemeClr val="accent4"/>
          </a:solidFill>
        </p:spPr>
        <p:txBody>
          <a:bodyPr lIns="144000" tIns="144000" rIns="144000" bIns="144000" anchor="ctr">
            <a:normAutofit/>
          </a:bodyPr>
          <a:lstStyle>
            <a:lvl1pPr>
              <a:defRPr sz="1800">
                <a:solidFill>
                  <a:schemeClr val="bg1"/>
                </a:solidFill>
              </a:defRPr>
            </a:lvl1pPr>
            <a:lvl2pPr>
              <a:defRPr>
                <a:solidFill>
                  <a:schemeClr val="bg1"/>
                </a:solidFill>
              </a:defRPr>
            </a:lvl2pPr>
            <a:lvl3pPr>
              <a:defRPr>
                <a:solidFill>
                  <a:schemeClr val="bg1"/>
                </a:solidFill>
              </a:defRPr>
            </a:lvl3pPr>
            <a:lvl4pPr>
              <a:defRPr>
                <a:solidFill>
                  <a:schemeClr val="bg1"/>
                </a:solidFill>
              </a:defRPr>
            </a:lvl4pPr>
            <a:lvl5pPr>
              <a:defRPr>
                <a:solidFill>
                  <a:schemeClr val="bg1"/>
                </a:solidFill>
              </a:defRPr>
            </a:lvl5pPr>
          </a:lstStyle>
          <a:p>
            <a:pPr lvl="0"/>
            <a:r>
              <a:rPr lang="en-US"/>
              <a:t>Edit Master text styles</a:t>
            </a:r>
          </a:p>
        </p:txBody>
      </p:sp>
    </p:spTree>
    <p:extLst>
      <p:ext uri="{BB962C8B-B14F-4D97-AF65-F5344CB8AC3E}">
        <p14:creationId xmlns:p14="http://schemas.microsoft.com/office/powerpoint/2010/main" val="23278054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Inners - Alternative text and image">
    <p:spTree>
      <p:nvGrpSpPr>
        <p:cNvPr id="1" name=""/>
        <p:cNvGrpSpPr/>
        <p:nvPr/>
      </p:nvGrpSpPr>
      <p:grpSpPr>
        <a:xfrm>
          <a:off x="0" y="0"/>
          <a:ext cx="0" cy="0"/>
          <a:chOff x="0" y="0"/>
          <a:chExt cx="0" cy="0"/>
        </a:xfrm>
      </p:grpSpPr>
      <p:sp>
        <p:nvSpPr>
          <p:cNvPr id="9" name="Picture Placeholder 7">
            <a:extLst>
              <a:ext uri="{FF2B5EF4-FFF2-40B4-BE49-F238E27FC236}">
                <a16:creationId xmlns:a16="http://schemas.microsoft.com/office/drawing/2014/main" id="{A94E60C5-1796-30FA-8924-780F772E2640}"/>
              </a:ext>
            </a:extLst>
          </p:cNvPr>
          <p:cNvSpPr>
            <a:spLocks noGrp="1"/>
          </p:cNvSpPr>
          <p:nvPr>
            <p:ph type="pic" sz="quarter" idx="12"/>
          </p:nvPr>
        </p:nvSpPr>
        <p:spPr>
          <a:xfrm>
            <a:off x="6092825" y="1233488"/>
            <a:ext cx="5794375" cy="5067300"/>
          </a:xfrm>
          <a:solidFill>
            <a:srgbClr val="F2F2F2"/>
          </a:solidFill>
        </p:spPr>
        <p:txBody>
          <a:bodyPr/>
          <a:lstStyle/>
          <a:p>
            <a:r>
              <a:rPr lang="en-US"/>
              <a:t>Click icon to add picture</a:t>
            </a:r>
            <a:endParaRPr lang="en-GB"/>
          </a:p>
        </p:txBody>
      </p:sp>
      <p:sp>
        <p:nvSpPr>
          <p:cNvPr id="2" name="Title 1">
            <a:extLst>
              <a:ext uri="{FF2B5EF4-FFF2-40B4-BE49-F238E27FC236}">
                <a16:creationId xmlns:a16="http://schemas.microsoft.com/office/drawing/2014/main" id="{BD3E3AB8-2C58-3E6A-1779-87ACEF13A3FC}"/>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8699B134-7AA1-11CC-11D8-41EC58B7D028}"/>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8F13104A-950F-B9C5-9D47-13F20E027B29}"/>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6" name="Rectangle 5">
            <a:extLst>
              <a:ext uri="{FF2B5EF4-FFF2-40B4-BE49-F238E27FC236}">
                <a16:creationId xmlns:a16="http://schemas.microsoft.com/office/drawing/2014/main" id="{EE0A5EF0-D6F5-2605-55AC-E837E19F0050}"/>
              </a:ext>
            </a:extLst>
          </p:cNvPr>
          <p:cNvSpPr/>
          <p:nvPr userDrawn="1"/>
        </p:nvSpPr>
        <p:spPr bwMode="auto">
          <a:xfrm>
            <a:off x="298315" y="1381125"/>
            <a:ext cx="5794442" cy="4784724"/>
          </a:xfrm>
          <a:prstGeom prst="rect">
            <a:avLst/>
          </a:prstGeom>
          <a:solidFill>
            <a:schemeClr val="bg1"/>
          </a:solidFill>
          <a:ln w="9525">
            <a:noFill/>
            <a:miter lim="800000"/>
            <a:headEnd/>
            <a:tailEnd/>
          </a:ln>
          <a:effectLst>
            <a:outerShdw blurRad="165100" sx="102000" sy="102000" algn="ctr" rotWithShape="0">
              <a:prstClr val="black">
                <a:alpha val="13000"/>
              </a:prstClr>
            </a:outerShdw>
          </a:effectLst>
        </p:spPr>
        <p:txBody>
          <a:bodyPr wrap="none" rtlCol="0" anchor="ctr" anchorCtr="0">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1" lang="en-GB" sz="1800" b="0" i="0" u="none" strike="noStrike" kern="1200" cap="none" spc="0" normalizeH="0" baseline="0" noProof="0">
              <a:ln>
                <a:noFill/>
              </a:ln>
              <a:solidFill>
                <a:srgbClr val="000000"/>
              </a:solidFill>
              <a:effectLst/>
              <a:uLnTx/>
              <a:uFillTx/>
              <a:latin typeface="Arial" panose="020B0604020202020204"/>
              <a:ea typeface="+mn-ea"/>
              <a:cs typeface="+mn-cs"/>
            </a:endParaRPr>
          </a:p>
        </p:txBody>
      </p:sp>
      <p:sp>
        <p:nvSpPr>
          <p:cNvPr id="11" name="Text Placeholder 5">
            <a:extLst>
              <a:ext uri="{FF2B5EF4-FFF2-40B4-BE49-F238E27FC236}">
                <a16:creationId xmlns:a16="http://schemas.microsoft.com/office/drawing/2014/main" id="{0C17155F-EAA0-3FC0-2F2E-E5A314529629}"/>
              </a:ext>
            </a:extLst>
          </p:cNvPr>
          <p:cNvSpPr>
            <a:spLocks noGrp="1"/>
          </p:cNvSpPr>
          <p:nvPr>
            <p:ph type="body" sz="quarter" idx="13"/>
          </p:nvPr>
        </p:nvSpPr>
        <p:spPr>
          <a:xfrm>
            <a:off x="479835" y="1584356"/>
            <a:ext cx="5404918" cy="435471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12493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Inners - Background image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3E3AB8-2C58-3E6A-1779-87ACEF13A3FC}"/>
              </a:ext>
            </a:extLst>
          </p:cNvPr>
          <p:cNvSpPr>
            <a:spLocks noGrp="1"/>
          </p:cNvSpPr>
          <p:nvPr>
            <p:ph type="title"/>
          </p:nvPr>
        </p:nvSpPr>
        <p:spPr/>
        <p:txBody>
          <a:bodyPr/>
          <a:lstStyle/>
          <a:p>
            <a:r>
              <a:rPr lang="en-US"/>
              <a:t>Click to edit Master title style</a:t>
            </a:r>
            <a:endParaRPr lang="en-GB"/>
          </a:p>
        </p:txBody>
      </p:sp>
      <p:sp>
        <p:nvSpPr>
          <p:cNvPr id="3" name="Footer Placeholder 2">
            <a:extLst>
              <a:ext uri="{FF2B5EF4-FFF2-40B4-BE49-F238E27FC236}">
                <a16:creationId xmlns:a16="http://schemas.microsoft.com/office/drawing/2014/main" id="{8699B134-7AA1-11CC-11D8-41EC58B7D028}"/>
              </a:ext>
            </a:extLst>
          </p:cNvPr>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a:extLst>
              <a:ext uri="{FF2B5EF4-FFF2-40B4-BE49-F238E27FC236}">
                <a16:creationId xmlns:a16="http://schemas.microsoft.com/office/drawing/2014/main" id="{8F13104A-950F-B9C5-9D47-13F20E027B29}"/>
              </a:ext>
            </a:extLst>
          </p:cNvPr>
          <p:cNvSpPr>
            <a:spLocks noGrp="1"/>
          </p:cNvSpPr>
          <p:nvPr>
            <p:ph type="sldNum" sz="quarter" idx="11"/>
          </p:nvPr>
        </p:nvSpPr>
        <p:spPr/>
        <p:txBody>
          <a:bodyPr/>
          <a:lstStyle/>
          <a:p>
            <a:fld id="{BD5A2AE7-DD7B-40D6-95B5-BB379B136F09}" type="slidenum">
              <a:rPr lang="en-GB" smtClean="0"/>
              <a:pPr/>
              <a:t>‹#›</a:t>
            </a:fld>
            <a:endParaRPr lang="en-GB"/>
          </a:p>
        </p:txBody>
      </p:sp>
      <p:sp>
        <p:nvSpPr>
          <p:cNvPr id="5" name="Rectangle 4">
            <a:extLst>
              <a:ext uri="{FF2B5EF4-FFF2-40B4-BE49-F238E27FC236}">
                <a16:creationId xmlns:a16="http://schemas.microsoft.com/office/drawing/2014/main" id="{38D19227-1191-06CB-0ADB-B8E0D372E609}"/>
              </a:ext>
            </a:extLst>
          </p:cNvPr>
          <p:cNvSpPr/>
          <p:nvPr userDrawn="1"/>
        </p:nvSpPr>
        <p:spPr>
          <a:xfrm>
            <a:off x="309124" y="1233488"/>
            <a:ext cx="11582839" cy="5075236"/>
          </a:xfrm>
          <a:prstGeom prst="rect">
            <a:avLst/>
          </a:prstGeom>
          <a:solidFill>
            <a:schemeClr val="tx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pic>
        <p:nvPicPr>
          <p:cNvPr id="6" name="Picture 5">
            <a:extLst>
              <a:ext uri="{FF2B5EF4-FFF2-40B4-BE49-F238E27FC236}">
                <a16:creationId xmlns:a16="http://schemas.microsoft.com/office/drawing/2014/main" id="{8990BB16-FF19-BE32-0C40-F2A3C7357E2F}"/>
              </a:ext>
            </a:extLst>
          </p:cNvPr>
          <p:cNvPicPr>
            <a:picLocks noChangeAspect="1"/>
          </p:cNvPicPr>
          <p:nvPr userDrawn="1"/>
        </p:nvPicPr>
        <p:blipFill rotWithShape="1">
          <a:blip r:embed="rId2" cstate="screen">
            <a:alphaModFix amt="70000"/>
            <a:extLst>
              <a:ext uri="{28A0092B-C50C-407E-A947-70E740481C1C}">
                <a14:useLocalDpi xmlns:a14="http://schemas.microsoft.com/office/drawing/2010/main"/>
              </a:ext>
            </a:extLst>
          </a:blip>
          <a:srcRect t="11009" b="30425"/>
          <a:stretch/>
        </p:blipFill>
        <p:spPr>
          <a:xfrm>
            <a:off x="309125" y="1233488"/>
            <a:ext cx="11582838" cy="5075236"/>
          </a:xfrm>
          <a:prstGeom prst="rect">
            <a:avLst/>
          </a:prstGeom>
        </p:spPr>
      </p:pic>
      <p:sp>
        <p:nvSpPr>
          <p:cNvPr id="10" name="Text Placeholder 5">
            <a:extLst>
              <a:ext uri="{FF2B5EF4-FFF2-40B4-BE49-F238E27FC236}">
                <a16:creationId xmlns:a16="http://schemas.microsoft.com/office/drawing/2014/main" id="{E2AF6CB2-ABDA-60A8-D965-87AA2A52DEC5}"/>
              </a:ext>
            </a:extLst>
          </p:cNvPr>
          <p:cNvSpPr>
            <a:spLocks noGrp="1"/>
          </p:cNvSpPr>
          <p:nvPr>
            <p:ph type="body" sz="quarter" idx="12"/>
          </p:nvPr>
        </p:nvSpPr>
        <p:spPr>
          <a:xfrm>
            <a:off x="566736" y="1465303"/>
            <a:ext cx="11168063" cy="884198"/>
          </a:xfrm>
        </p:spPr>
        <p:txBody>
          <a:bodyPr/>
          <a:lstStyle>
            <a:lvl1pPr>
              <a:defRPr>
                <a:solidFill>
                  <a:schemeClr val="bg1"/>
                </a:solidFill>
              </a:defRPr>
            </a:lvl1pPr>
          </a:lstStyle>
          <a:p>
            <a:pPr lvl="0"/>
            <a:r>
              <a:rPr lang="en-US"/>
              <a:t>Edit Master text styles</a:t>
            </a:r>
          </a:p>
        </p:txBody>
      </p:sp>
    </p:spTree>
    <p:extLst>
      <p:ext uri="{BB962C8B-B14F-4D97-AF65-F5344CB8AC3E}">
        <p14:creationId xmlns:p14="http://schemas.microsoft.com/office/powerpoint/2010/main" val="17448264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Inners - Teams Layout">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EEDC3FD4-945F-17B1-843A-426A4F98D862}"/>
              </a:ext>
            </a:extLst>
          </p:cNvPr>
          <p:cNvSpPr>
            <a:spLocks noGrp="1"/>
          </p:cNvSpPr>
          <p:nvPr>
            <p:ph type="pic" sz="quarter" idx="11"/>
          </p:nvPr>
        </p:nvSpPr>
        <p:spPr>
          <a:xfrm>
            <a:off x="300038" y="1233488"/>
            <a:ext cx="2772660"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18" name="Picture Placeholder 17">
            <a:extLst>
              <a:ext uri="{FF2B5EF4-FFF2-40B4-BE49-F238E27FC236}">
                <a16:creationId xmlns:a16="http://schemas.microsoft.com/office/drawing/2014/main" id="{124CB44C-D7B2-7ABD-BF7E-B6D0FB21536C}"/>
              </a:ext>
            </a:extLst>
          </p:cNvPr>
          <p:cNvSpPr>
            <a:spLocks noGrp="1"/>
          </p:cNvSpPr>
          <p:nvPr>
            <p:ph type="pic" sz="quarter" idx="12"/>
          </p:nvPr>
        </p:nvSpPr>
        <p:spPr>
          <a:xfrm>
            <a:off x="3239793" y="1233488"/>
            <a:ext cx="2772660"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19" name="Picture Placeholder 18">
            <a:extLst>
              <a:ext uri="{FF2B5EF4-FFF2-40B4-BE49-F238E27FC236}">
                <a16:creationId xmlns:a16="http://schemas.microsoft.com/office/drawing/2014/main" id="{38A5C312-5C48-E011-3D9B-9DFF27FFA2D6}"/>
              </a:ext>
            </a:extLst>
          </p:cNvPr>
          <p:cNvSpPr>
            <a:spLocks noGrp="1"/>
          </p:cNvSpPr>
          <p:nvPr>
            <p:ph type="pic" sz="quarter" idx="13"/>
          </p:nvPr>
        </p:nvSpPr>
        <p:spPr>
          <a:xfrm>
            <a:off x="6179548" y="1233488"/>
            <a:ext cx="2772660"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20" name="Picture Placeholder 19">
            <a:extLst>
              <a:ext uri="{FF2B5EF4-FFF2-40B4-BE49-F238E27FC236}">
                <a16:creationId xmlns:a16="http://schemas.microsoft.com/office/drawing/2014/main" id="{AFBD08CF-AE45-C36E-F087-969542BFEEE7}"/>
              </a:ext>
            </a:extLst>
          </p:cNvPr>
          <p:cNvSpPr>
            <a:spLocks noGrp="1"/>
          </p:cNvSpPr>
          <p:nvPr>
            <p:ph type="pic" sz="quarter" idx="14"/>
          </p:nvPr>
        </p:nvSpPr>
        <p:spPr>
          <a:xfrm>
            <a:off x="9119302" y="1233488"/>
            <a:ext cx="2772660"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25" name="Text Placeholder 24">
            <a:extLst>
              <a:ext uri="{FF2B5EF4-FFF2-40B4-BE49-F238E27FC236}">
                <a16:creationId xmlns:a16="http://schemas.microsoft.com/office/drawing/2014/main" id="{F6ACA50F-D080-8A5A-DF82-7C1662AB8154}"/>
              </a:ext>
            </a:extLst>
          </p:cNvPr>
          <p:cNvSpPr>
            <a:spLocks noGrp="1"/>
          </p:cNvSpPr>
          <p:nvPr>
            <p:ph type="body" sz="quarter" idx="15"/>
          </p:nvPr>
        </p:nvSpPr>
        <p:spPr>
          <a:xfrm>
            <a:off x="300038" y="3151188"/>
            <a:ext cx="2773362"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26" name="Text Placeholder 24">
            <a:extLst>
              <a:ext uri="{FF2B5EF4-FFF2-40B4-BE49-F238E27FC236}">
                <a16:creationId xmlns:a16="http://schemas.microsoft.com/office/drawing/2014/main" id="{C4905EA3-0C79-952A-8DEC-F6AEDE189680}"/>
              </a:ext>
            </a:extLst>
          </p:cNvPr>
          <p:cNvSpPr>
            <a:spLocks noGrp="1"/>
          </p:cNvSpPr>
          <p:nvPr>
            <p:ph type="body" sz="quarter" idx="16"/>
          </p:nvPr>
        </p:nvSpPr>
        <p:spPr>
          <a:xfrm>
            <a:off x="3239559" y="3151188"/>
            <a:ext cx="2773362"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A6E39FF9-5A04-2754-1334-F7DD340C564F}"/>
              </a:ext>
            </a:extLst>
          </p:cNvPr>
          <p:cNvSpPr>
            <a:spLocks noGrp="1"/>
          </p:cNvSpPr>
          <p:nvPr>
            <p:ph type="body" sz="quarter" idx="17"/>
          </p:nvPr>
        </p:nvSpPr>
        <p:spPr>
          <a:xfrm>
            <a:off x="6179080" y="3151188"/>
            <a:ext cx="2773362"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A3506A6F-35B1-C01D-3A27-1F3AC853B08B}"/>
              </a:ext>
            </a:extLst>
          </p:cNvPr>
          <p:cNvSpPr>
            <a:spLocks noGrp="1"/>
          </p:cNvSpPr>
          <p:nvPr>
            <p:ph type="body" sz="quarter" idx="18"/>
          </p:nvPr>
        </p:nvSpPr>
        <p:spPr>
          <a:xfrm>
            <a:off x="9118600" y="3151188"/>
            <a:ext cx="2773362"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6F946FD9-2876-0C90-4C16-6B3F57DC1B82}"/>
              </a:ext>
            </a:extLst>
          </p:cNvPr>
          <p:cNvSpPr>
            <a:spLocks noGrp="1"/>
          </p:cNvSpPr>
          <p:nvPr>
            <p:ph type="title"/>
          </p:nvPr>
        </p:nvSpPr>
        <p:spPr/>
        <p:txBody>
          <a:bodyPr/>
          <a:lstStyle/>
          <a:p>
            <a:r>
              <a:rPr lang="en-US"/>
              <a:t>Click to edit Master title style</a:t>
            </a:r>
            <a:endParaRPr lang="en-GB"/>
          </a:p>
        </p:txBody>
      </p:sp>
      <p:sp>
        <p:nvSpPr>
          <p:cNvPr id="9" name="Footer Placeholder 8">
            <a:extLst>
              <a:ext uri="{FF2B5EF4-FFF2-40B4-BE49-F238E27FC236}">
                <a16:creationId xmlns:a16="http://schemas.microsoft.com/office/drawing/2014/main" id="{C63D2FE0-FC4A-1800-66CA-CA96B147102E}"/>
              </a:ext>
            </a:extLst>
          </p:cNvPr>
          <p:cNvSpPr>
            <a:spLocks noGrp="1"/>
          </p:cNvSpPr>
          <p:nvPr>
            <p:ph type="ftr" sz="quarter" idx="19"/>
          </p:nvPr>
        </p:nvSpPr>
        <p:spPr/>
        <p:txBody>
          <a:bodyPr/>
          <a:lstStyle/>
          <a:p>
            <a:r>
              <a:rPr lang="en-GB" altLang="ja-JP"/>
              <a:t>© Hitachi Rail Limited 2024. All rights reserved.</a:t>
            </a:r>
            <a:endParaRPr lang="en-US" altLang="ja-JP"/>
          </a:p>
        </p:txBody>
      </p:sp>
      <p:sp>
        <p:nvSpPr>
          <p:cNvPr id="10" name="Slide Number Placeholder 9">
            <a:extLst>
              <a:ext uri="{FF2B5EF4-FFF2-40B4-BE49-F238E27FC236}">
                <a16:creationId xmlns:a16="http://schemas.microsoft.com/office/drawing/2014/main" id="{CD86AE73-D115-65F1-FF86-696A0B703AAD}"/>
              </a:ext>
            </a:extLst>
          </p:cNvPr>
          <p:cNvSpPr>
            <a:spLocks noGrp="1"/>
          </p:cNvSpPr>
          <p:nvPr>
            <p:ph type="sldNum" sz="quarter" idx="20"/>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33909285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Inners - Teams Layout">
    <p:spTree>
      <p:nvGrpSpPr>
        <p:cNvPr id="1" name=""/>
        <p:cNvGrpSpPr/>
        <p:nvPr/>
      </p:nvGrpSpPr>
      <p:grpSpPr>
        <a:xfrm>
          <a:off x="0" y="0"/>
          <a:ext cx="0" cy="0"/>
          <a:chOff x="0" y="0"/>
          <a:chExt cx="0" cy="0"/>
        </a:xfrm>
      </p:grpSpPr>
      <p:sp>
        <p:nvSpPr>
          <p:cNvPr id="16" name="Picture Placeholder 15">
            <a:extLst>
              <a:ext uri="{FF2B5EF4-FFF2-40B4-BE49-F238E27FC236}">
                <a16:creationId xmlns:a16="http://schemas.microsoft.com/office/drawing/2014/main" id="{EEDC3FD4-945F-17B1-843A-426A4F98D862}"/>
              </a:ext>
            </a:extLst>
          </p:cNvPr>
          <p:cNvSpPr>
            <a:spLocks noGrp="1"/>
          </p:cNvSpPr>
          <p:nvPr>
            <p:ph type="pic" sz="quarter" idx="11"/>
          </p:nvPr>
        </p:nvSpPr>
        <p:spPr>
          <a:xfrm>
            <a:off x="300038" y="1233488"/>
            <a:ext cx="2772660"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a:outerShdw blurRad="344425" dir="5400000" algn="ctr" rotWithShape="0">
              <a:srgbClr val="000000">
                <a:alpha val="0"/>
              </a:srgbClr>
            </a:outerShdw>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18" name="Picture Placeholder 17">
            <a:extLst>
              <a:ext uri="{FF2B5EF4-FFF2-40B4-BE49-F238E27FC236}">
                <a16:creationId xmlns:a16="http://schemas.microsoft.com/office/drawing/2014/main" id="{124CB44C-D7B2-7ABD-BF7E-B6D0FB21536C}"/>
              </a:ext>
            </a:extLst>
          </p:cNvPr>
          <p:cNvSpPr>
            <a:spLocks noGrp="1"/>
          </p:cNvSpPr>
          <p:nvPr>
            <p:ph type="pic" sz="quarter" idx="12"/>
          </p:nvPr>
        </p:nvSpPr>
        <p:spPr>
          <a:xfrm>
            <a:off x="3239793" y="1233488"/>
            <a:ext cx="2772660"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a:outerShdw blurRad="344425" dir="5400000" algn="ctr" rotWithShape="0">
              <a:srgbClr val="000000">
                <a:alpha val="0"/>
              </a:srgbClr>
            </a:outerShdw>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19" name="Picture Placeholder 18">
            <a:extLst>
              <a:ext uri="{FF2B5EF4-FFF2-40B4-BE49-F238E27FC236}">
                <a16:creationId xmlns:a16="http://schemas.microsoft.com/office/drawing/2014/main" id="{38A5C312-5C48-E011-3D9B-9DFF27FFA2D6}"/>
              </a:ext>
            </a:extLst>
          </p:cNvPr>
          <p:cNvSpPr>
            <a:spLocks noGrp="1"/>
          </p:cNvSpPr>
          <p:nvPr>
            <p:ph type="pic" sz="quarter" idx="13"/>
          </p:nvPr>
        </p:nvSpPr>
        <p:spPr>
          <a:xfrm>
            <a:off x="6179548" y="1233488"/>
            <a:ext cx="2772660"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a:outerShdw blurRad="344425" dir="5400000" algn="ctr" rotWithShape="0">
              <a:srgbClr val="000000">
                <a:alpha val="0"/>
              </a:srgbClr>
            </a:outerShdw>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20" name="Picture Placeholder 19">
            <a:extLst>
              <a:ext uri="{FF2B5EF4-FFF2-40B4-BE49-F238E27FC236}">
                <a16:creationId xmlns:a16="http://schemas.microsoft.com/office/drawing/2014/main" id="{AFBD08CF-AE45-C36E-F087-969542BFEEE7}"/>
              </a:ext>
            </a:extLst>
          </p:cNvPr>
          <p:cNvSpPr>
            <a:spLocks noGrp="1"/>
          </p:cNvSpPr>
          <p:nvPr>
            <p:ph type="pic" sz="quarter" idx="14"/>
          </p:nvPr>
        </p:nvSpPr>
        <p:spPr>
          <a:xfrm>
            <a:off x="9119302" y="1233488"/>
            <a:ext cx="2772660"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a:outerShdw blurRad="344425" dir="5400000" algn="ctr" rotWithShape="0">
              <a:srgbClr val="000000">
                <a:alpha val="0"/>
              </a:srgbClr>
            </a:outerShdw>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25" name="Text Placeholder 24">
            <a:extLst>
              <a:ext uri="{FF2B5EF4-FFF2-40B4-BE49-F238E27FC236}">
                <a16:creationId xmlns:a16="http://schemas.microsoft.com/office/drawing/2014/main" id="{F6ACA50F-D080-8A5A-DF82-7C1662AB8154}"/>
              </a:ext>
            </a:extLst>
          </p:cNvPr>
          <p:cNvSpPr>
            <a:spLocks noGrp="1"/>
          </p:cNvSpPr>
          <p:nvPr>
            <p:ph type="body" sz="quarter" idx="15"/>
          </p:nvPr>
        </p:nvSpPr>
        <p:spPr>
          <a:xfrm>
            <a:off x="300038" y="3151188"/>
            <a:ext cx="2773362"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26" name="Text Placeholder 24">
            <a:extLst>
              <a:ext uri="{FF2B5EF4-FFF2-40B4-BE49-F238E27FC236}">
                <a16:creationId xmlns:a16="http://schemas.microsoft.com/office/drawing/2014/main" id="{C4905EA3-0C79-952A-8DEC-F6AEDE189680}"/>
              </a:ext>
            </a:extLst>
          </p:cNvPr>
          <p:cNvSpPr>
            <a:spLocks noGrp="1"/>
          </p:cNvSpPr>
          <p:nvPr>
            <p:ph type="body" sz="quarter" idx="16"/>
          </p:nvPr>
        </p:nvSpPr>
        <p:spPr>
          <a:xfrm>
            <a:off x="3239559" y="3151188"/>
            <a:ext cx="2773362"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A6E39FF9-5A04-2754-1334-F7DD340C564F}"/>
              </a:ext>
            </a:extLst>
          </p:cNvPr>
          <p:cNvSpPr>
            <a:spLocks noGrp="1"/>
          </p:cNvSpPr>
          <p:nvPr>
            <p:ph type="body" sz="quarter" idx="17"/>
          </p:nvPr>
        </p:nvSpPr>
        <p:spPr>
          <a:xfrm>
            <a:off x="6179080" y="3151188"/>
            <a:ext cx="2773362"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A3506A6F-35B1-C01D-3A27-1F3AC853B08B}"/>
              </a:ext>
            </a:extLst>
          </p:cNvPr>
          <p:cNvSpPr>
            <a:spLocks noGrp="1"/>
          </p:cNvSpPr>
          <p:nvPr>
            <p:ph type="body" sz="quarter" idx="18"/>
          </p:nvPr>
        </p:nvSpPr>
        <p:spPr>
          <a:xfrm>
            <a:off x="9118600" y="3151188"/>
            <a:ext cx="2773362"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3" name="Title 2">
            <a:extLst>
              <a:ext uri="{FF2B5EF4-FFF2-40B4-BE49-F238E27FC236}">
                <a16:creationId xmlns:a16="http://schemas.microsoft.com/office/drawing/2014/main" id="{6F946FD9-2876-0C90-4C16-6B3F57DC1B82}"/>
              </a:ext>
            </a:extLst>
          </p:cNvPr>
          <p:cNvSpPr>
            <a:spLocks noGrp="1"/>
          </p:cNvSpPr>
          <p:nvPr>
            <p:ph type="title"/>
          </p:nvPr>
        </p:nvSpPr>
        <p:spPr/>
        <p:txBody>
          <a:bodyPr/>
          <a:lstStyle/>
          <a:p>
            <a:r>
              <a:rPr lang="en-US"/>
              <a:t>Click to edit Master title style</a:t>
            </a:r>
            <a:endParaRPr lang="en-GB"/>
          </a:p>
        </p:txBody>
      </p:sp>
      <p:sp>
        <p:nvSpPr>
          <p:cNvPr id="9" name="Footer Placeholder 8">
            <a:extLst>
              <a:ext uri="{FF2B5EF4-FFF2-40B4-BE49-F238E27FC236}">
                <a16:creationId xmlns:a16="http://schemas.microsoft.com/office/drawing/2014/main" id="{C63D2FE0-FC4A-1800-66CA-CA96B147102E}"/>
              </a:ext>
            </a:extLst>
          </p:cNvPr>
          <p:cNvSpPr>
            <a:spLocks noGrp="1"/>
          </p:cNvSpPr>
          <p:nvPr>
            <p:ph type="ftr" sz="quarter" idx="19"/>
          </p:nvPr>
        </p:nvSpPr>
        <p:spPr/>
        <p:txBody>
          <a:bodyPr/>
          <a:lstStyle/>
          <a:p>
            <a:r>
              <a:rPr lang="en-GB" altLang="ja-JP"/>
              <a:t>© Hitachi Rail Limited 2024. All rights reserved.</a:t>
            </a:r>
            <a:endParaRPr lang="en-US" altLang="ja-JP"/>
          </a:p>
        </p:txBody>
      </p:sp>
      <p:sp>
        <p:nvSpPr>
          <p:cNvPr id="10" name="Slide Number Placeholder 9">
            <a:extLst>
              <a:ext uri="{FF2B5EF4-FFF2-40B4-BE49-F238E27FC236}">
                <a16:creationId xmlns:a16="http://schemas.microsoft.com/office/drawing/2014/main" id="{CD86AE73-D115-65F1-FF86-696A0B703AAD}"/>
              </a:ext>
            </a:extLst>
          </p:cNvPr>
          <p:cNvSpPr>
            <a:spLocks noGrp="1"/>
          </p:cNvSpPr>
          <p:nvPr>
            <p:ph type="sldNum" sz="quarter" idx="20"/>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133765868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Inners - Teams Leader Layout">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E4632698-0426-08C2-7753-3C6CE5E04075}"/>
              </a:ext>
            </a:extLst>
          </p:cNvPr>
          <p:cNvSpPr/>
          <p:nvPr userDrawn="1"/>
        </p:nvSpPr>
        <p:spPr>
          <a:xfrm>
            <a:off x="0" y="977774"/>
            <a:ext cx="3385996" cy="5880226"/>
          </a:xfrm>
          <a:prstGeom prst="rect">
            <a:avLst/>
          </a:prstGeom>
          <a:solidFill>
            <a:srgbClr val="F2F2F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a:p>
        </p:txBody>
      </p:sp>
      <p:sp>
        <p:nvSpPr>
          <p:cNvPr id="16" name="Picture Placeholder 15">
            <a:extLst>
              <a:ext uri="{FF2B5EF4-FFF2-40B4-BE49-F238E27FC236}">
                <a16:creationId xmlns:a16="http://schemas.microsoft.com/office/drawing/2014/main" id="{EEDC3FD4-945F-17B1-843A-426A4F98D862}"/>
              </a:ext>
            </a:extLst>
          </p:cNvPr>
          <p:cNvSpPr>
            <a:spLocks noGrp="1"/>
          </p:cNvSpPr>
          <p:nvPr>
            <p:ph type="pic" sz="quarter" idx="11"/>
          </p:nvPr>
        </p:nvSpPr>
        <p:spPr>
          <a:xfrm>
            <a:off x="300038" y="1233488"/>
            <a:ext cx="2772660"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a:outerShdw blurRad="344425" dir="5400000" algn="ctr" rotWithShape="0">
              <a:srgbClr val="000000">
                <a:alpha val="0"/>
              </a:srgbClr>
            </a:outerShdw>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18" name="Picture Placeholder 17">
            <a:extLst>
              <a:ext uri="{FF2B5EF4-FFF2-40B4-BE49-F238E27FC236}">
                <a16:creationId xmlns:a16="http://schemas.microsoft.com/office/drawing/2014/main" id="{124CB44C-D7B2-7ABD-BF7E-B6D0FB21536C}"/>
              </a:ext>
            </a:extLst>
          </p:cNvPr>
          <p:cNvSpPr>
            <a:spLocks noGrp="1"/>
          </p:cNvSpPr>
          <p:nvPr>
            <p:ph type="pic" sz="quarter" idx="12"/>
          </p:nvPr>
        </p:nvSpPr>
        <p:spPr>
          <a:xfrm>
            <a:off x="3641083" y="1233488"/>
            <a:ext cx="2586909"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a:outerShdw blurRad="344425" dir="5400000" algn="ctr" rotWithShape="0">
              <a:srgbClr val="000000">
                <a:alpha val="0"/>
              </a:srgbClr>
            </a:outerShdw>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19" name="Picture Placeholder 18">
            <a:extLst>
              <a:ext uri="{FF2B5EF4-FFF2-40B4-BE49-F238E27FC236}">
                <a16:creationId xmlns:a16="http://schemas.microsoft.com/office/drawing/2014/main" id="{38A5C312-5C48-E011-3D9B-9DFF27FFA2D6}"/>
              </a:ext>
            </a:extLst>
          </p:cNvPr>
          <p:cNvSpPr>
            <a:spLocks noGrp="1"/>
          </p:cNvSpPr>
          <p:nvPr>
            <p:ph type="pic" sz="quarter" idx="13"/>
          </p:nvPr>
        </p:nvSpPr>
        <p:spPr>
          <a:xfrm>
            <a:off x="6483079" y="1233488"/>
            <a:ext cx="2576897"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a:outerShdw blurRad="344425" dir="5400000" algn="ctr" rotWithShape="0">
              <a:srgbClr val="000000">
                <a:alpha val="0"/>
              </a:srgbClr>
            </a:outerShdw>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20" name="Picture Placeholder 19">
            <a:extLst>
              <a:ext uri="{FF2B5EF4-FFF2-40B4-BE49-F238E27FC236}">
                <a16:creationId xmlns:a16="http://schemas.microsoft.com/office/drawing/2014/main" id="{AFBD08CF-AE45-C36E-F087-969542BFEEE7}"/>
              </a:ext>
            </a:extLst>
          </p:cNvPr>
          <p:cNvSpPr>
            <a:spLocks noGrp="1"/>
          </p:cNvSpPr>
          <p:nvPr>
            <p:ph type="pic" sz="quarter" idx="14"/>
          </p:nvPr>
        </p:nvSpPr>
        <p:spPr>
          <a:xfrm>
            <a:off x="9315064" y="1233488"/>
            <a:ext cx="2576897" cy="1717942"/>
          </a:xfrm>
          <a:custGeom>
            <a:avLst/>
            <a:gdLst>
              <a:gd name="connsiteX0" fmla="*/ 0 w 2772660"/>
              <a:gd name="connsiteY0" fmla="*/ 0 h 1717942"/>
              <a:gd name="connsiteX1" fmla="*/ 2772660 w 2772660"/>
              <a:gd name="connsiteY1" fmla="*/ 0 h 1717942"/>
              <a:gd name="connsiteX2" fmla="*/ 2772660 w 2772660"/>
              <a:gd name="connsiteY2" fmla="*/ 1717942 h 1717942"/>
              <a:gd name="connsiteX3" fmla="*/ 0 w 2772660"/>
              <a:gd name="connsiteY3" fmla="*/ 1717942 h 1717942"/>
            </a:gdLst>
            <a:ahLst/>
            <a:cxnLst>
              <a:cxn ang="0">
                <a:pos x="connsiteX0" y="connsiteY0"/>
              </a:cxn>
              <a:cxn ang="0">
                <a:pos x="connsiteX1" y="connsiteY1"/>
              </a:cxn>
              <a:cxn ang="0">
                <a:pos x="connsiteX2" y="connsiteY2"/>
              </a:cxn>
              <a:cxn ang="0">
                <a:pos x="connsiteX3" y="connsiteY3"/>
              </a:cxn>
            </a:cxnLst>
            <a:rect l="l" t="t" r="r" b="b"/>
            <a:pathLst>
              <a:path w="2772660" h="1717942">
                <a:moveTo>
                  <a:pt x="0" y="0"/>
                </a:moveTo>
                <a:lnTo>
                  <a:pt x="2772660" y="0"/>
                </a:lnTo>
                <a:lnTo>
                  <a:pt x="2772660" y="1717942"/>
                </a:lnTo>
                <a:lnTo>
                  <a:pt x="0" y="1717942"/>
                </a:lnTo>
                <a:close/>
              </a:path>
            </a:pathLst>
          </a:custGeom>
          <a:solidFill>
            <a:schemeClr val="bg1">
              <a:lumMod val="95000"/>
            </a:schemeClr>
          </a:solidFill>
          <a:ln>
            <a:noFill/>
          </a:ln>
          <a:effectLst>
            <a:outerShdw blurRad="344425" dir="5400000" algn="ctr" rotWithShape="0">
              <a:srgbClr val="000000">
                <a:alpha val="0"/>
              </a:srgbClr>
            </a:outerShdw>
          </a:effectLst>
        </p:spPr>
        <p:txBody>
          <a:bodyPr wrap="square" anchor="ctr">
            <a:noAutofit/>
          </a:bodyPr>
          <a:lstStyle>
            <a:lvl1pPr>
              <a:defRPr lang="en-GB" sz="2000">
                <a:solidFill>
                  <a:schemeClr val="accent1"/>
                </a:solidFill>
              </a:defRPr>
            </a:lvl1pPr>
          </a:lstStyle>
          <a:p>
            <a:pPr marL="0" lvl="0" indent="0" algn="ctr">
              <a:buNone/>
            </a:pPr>
            <a:r>
              <a:rPr lang="en-US"/>
              <a:t>Click icon to add picture</a:t>
            </a:r>
            <a:endParaRPr lang="en-GB"/>
          </a:p>
        </p:txBody>
      </p:sp>
      <p:sp>
        <p:nvSpPr>
          <p:cNvPr id="25" name="Text Placeholder 24">
            <a:extLst>
              <a:ext uri="{FF2B5EF4-FFF2-40B4-BE49-F238E27FC236}">
                <a16:creationId xmlns:a16="http://schemas.microsoft.com/office/drawing/2014/main" id="{F6ACA50F-D080-8A5A-DF82-7C1662AB8154}"/>
              </a:ext>
            </a:extLst>
          </p:cNvPr>
          <p:cNvSpPr>
            <a:spLocks noGrp="1"/>
          </p:cNvSpPr>
          <p:nvPr>
            <p:ph type="body" sz="quarter" idx="15"/>
          </p:nvPr>
        </p:nvSpPr>
        <p:spPr>
          <a:xfrm>
            <a:off x="300038" y="3151188"/>
            <a:ext cx="2773362"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26" name="Text Placeholder 24">
            <a:extLst>
              <a:ext uri="{FF2B5EF4-FFF2-40B4-BE49-F238E27FC236}">
                <a16:creationId xmlns:a16="http://schemas.microsoft.com/office/drawing/2014/main" id="{C4905EA3-0C79-952A-8DEC-F6AEDE189680}"/>
              </a:ext>
            </a:extLst>
          </p:cNvPr>
          <p:cNvSpPr>
            <a:spLocks noGrp="1"/>
          </p:cNvSpPr>
          <p:nvPr>
            <p:ph type="body" sz="quarter" idx="16"/>
          </p:nvPr>
        </p:nvSpPr>
        <p:spPr>
          <a:xfrm>
            <a:off x="3651096" y="3151188"/>
            <a:ext cx="2576897"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27" name="Text Placeholder 24">
            <a:extLst>
              <a:ext uri="{FF2B5EF4-FFF2-40B4-BE49-F238E27FC236}">
                <a16:creationId xmlns:a16="http://schemas.microsoft.com/office/drawing/2014/main" id="{A6E39FF9-5A04-2754-1334-F7DD340C564F}"/>
              </a:ext>
            </a:extLst>
          </p:cNvPr>
          <p:cNvSpPr>
            <a:spLocks noGrp="1"/>
          </p:cNvSpPr>
          <p:nvPr>
            <p:ph type="body" sz="quarter" idx="17"/>
          </p:nvPr>
        </p:nvSpPr>
        <p:spPr>
          <a:xfrm>
            <a:off x="6483080" y="3151188"/>
            <a:ext cx="2576897"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28" name="Text Placeholder 24">
            <a:extLst>
              <a:ext uri="{FF2B5EF4-FFF2-40B4-BE49-F238E27FC236}">
                <a16:creationId xmlns:a16="http://schemas.microsoft.com/office/drawing/2014/main" id="{A3506A6F-35B1-C01D-3A27-1F3AC853B08B}"/>
              </a:ext>
            </a:extLst>
          </p:cNvPr>
          <p:cNvSpPr>
            <a:spLocks noGrp="1"/>
          </p:cNvSpPr>
          <p:nvPr>
            <p:ph type="body" sz="quarter" idx="18"/>
          </p:nvPr>
        </p:nvSpPr>
        <p:spPr>
          <a:xfrm>
            <a:off x="9315065" y="3151188"/>
            <a:ext cx="2576897" cy="3157537"/>
          </a:xfrm>
          <a:prstGeom prst="rect">
            <a:avLst/>
          </a:prstGeom>
        </p:spPr>
        <p:txBody>
          <a:bodyPr lIns="0" rIns="0"/>
          <a:lstStyle>
            <a:lvl1pPr marL="0" indent="0">
              <a:buFontTx/>
              <a:buNone/>
              <a:defRPr sz="1800" b="1"/>
            </a:lvl1pPr>
            <a:lvl2pPr marL="0" indent="0">
              <a:buFontTx/>
              <a:buNone/>
              <a:defRPr sz="1600" b="1">
                <a:solidFill>
                  <a:schemeClr val="accent1"/>
                </a:solidFill>
              </a:defRPr>
            </a:lvl2pPr>
            <a:lvl3pPr marL="0" indent="0">
              <a:buNone/>
              <a:defRPr sz="1200"/>
            </a:lvl3pPr>
            <a:lvl4pPr marL="180975" indent="-180975">
              <a:defRPr sz="1200"/>
            </a:lvl4pPr>
          </a:lstStyle>
          <a:p>
            <a:pPr lvl="0"/>
            <a:r>
              <a:rPr lang="en-US"/>
              <a:t>Edit Master text styles</a:t>
            </a:r>
          </a:p>
          <a:p>
            <a:pPr lvl="1"/>
            <a:r>
              <a:rPr lang="en-US"/>
              <a:t>Second level</a:t>
            </a:r>
          </a:p>
          <a:p>
            <a:pPr lvl="2"/>
            <a:r>
              <a:rPr lang="en-US"/>
              <a:t>Third level</a:t>
            </a:r>
          </a:p>
          <a:p>
            <a:pPr lvl="3"/>
            <a:r>
              <a:rPr lang="en-US"/>
              <a:t>Fourth level</a:t>
            </a:r>
          </a:p>
        </p:txBody>
      </p:sp>
      <p:sp>
        <p:nvSpPr>
          <p:cNvPr id="8" name="Title 7">
            <a:extLst>
              <a:ext uri="{FF2B5EF4-FFF2-40B4-BE49-F238E27FC236}">
                <a16:creationId xmlns:a16="http://schemas.microsoft.com/office/drawing/2014/main" id="{5AD92013-BA13-D5FA-8FB4-CCA4653C7E35}"/>
              </a:ext>
            </a:extLst>
          </p:cNvPr>
          <p:cNvSpPr>
            <a:spLocks noGrp="1"/>
          </p:cNvSpPr>
          <p:nvPr>
            <p:ph type="title"/>
          </p:nvPr>
        </p:nvSpPr>
        <p:spPr/>
        <p:txBody>
          <a:bodyPr/>
          <a:lstStyle/>
          <a:p>
            <a:r>
              <a:rPr lang="en-US"/>
              <a:t>Click to edit Master title style</a:t>
            </a:r>
            <a:endParaRPr lang="en-GB"/>
          </a:p>
        </p:txBody>
      </p:sp>
      <p:sp>
        <p:nvSpPr>
          <p:cNvPr id="2" name="Footer Placeholder 1">
            <a:extLst>
              <a:ext uri="{FF2B5EF4-FFF2-40B4-BE49-F238E27FC236}">
                <a16:creationId xmlns:a16="http://schemas.microsoft.com/office/drawing/2014/main" id="{E86B2DF5-2EDC-4F7A-9CAD-CC1C2BE949D6}"/>
              </a:ext>
            </a:extLst>
          </p:cNvPr>
          <p:cNvSpPr>
            <a:spLocks noGrp="1"/>
          </p:cNvSpPr>
          <p:nvPr>
            <p:ph type="ftr" sz="quarter" idx="19"/>
          </p:nvPr>
        </p:nvSpPr>
        <p:spPr/>
        <p:txBody>
          <a:bodyPr/>
          <a:lstStyle/>
          <a:p>
            <a:r>
              <a:rPr lang="en-GB" altLang="ja-JP"/>
              <a:t>© Hitachi Rail Limited 2024. All rights reserved.</a:t>
            </a:r>
            <a:endParaRPr lang="en-US" altLang="ja-JP"/>
          </a:p>
        </p:txBody>
      </p:sp>
      <p:sp>
        <p:nvSpPr>
          <p:cNvPr id="7" name="Slide Number Placeholder 6">
            <a:extLst>
              <a:ext uri="{FF2B5EF4-FFF2-40B4-BE49-F238E27FC236}">
                <a16:creationId xmlns:a16="http://schemas.microsoft.com/office/drawing/2014/main" id="{FCF1767A-EE12-8403-BB13-506A4F08B199}"/>
              </a:ext>
            </a:extLst>
          </p:cNvPr>
          <p:cNvSpPr>
            <a:spLocks noGrp="1"/>
          </p:cNvSpPr>
          <p:nvPr>
            <p:ph type="sldNum" sz="quarter" idx="20"/>
          </p:nvPr>
        </p:nvSpPr>
        <p:spPr/>
        <p:txBody>
          <a:bodyPr/>
          <a:lstStyle/>
          <a:p>
            <a:fld id="{BD5A2AE7-DD7B-40D6-95B5-BB379B136F09}" type="slidenum">
              <a:rPr lang="en-GB" smtClean="0"/>
              <a:pPr/>
              <a:t>‹#›</a:t>
            </a:fld>
            <a:endParaRPr lang="en-GB"/>
          </a:p>
        </p:txBody>
      </p:sp>
      <p:grpSp>
        <p:nvGrpSpPr>
          <p:cNvPr id="9" name="Group 8">
            <a:extLst>
              <a:ext uri="{FF2B5EF4-FFF2-40B4-BE49-F238E27FC236}">
                <a16:creationId xmlns:a16="http://schemas.microsoft.com/office/drawing/2014/main" id="{E90A6398-D657-94B0-669D-7EEF42FEDA20}"/>
              </a:ext>
            </a:extLst>
          </p:cNvPr>
          <p:cNvGrpSpPr/>
          <p:nvPr userDrawn="1"/>
        </p:nvGrpSpPr>
        <p:grpSpPr>
          <a:xfrm>
            <a:off x="-3" y="900892"/>
            <a:ext cx="12196766" cy="88429"/>
            <a:chOff x="-3" y="595771"/>
            <a:chExt cx="9144003" cy="66296"/>
          </a:xfrm>
        </p:grpSpPr>
        <p:sp>
          <p:nvSpPr>
            <p:cNvPr id="10" name="正方形/長方形 11">
              <a:extLst>
                <a:ext uri="{FF2B5EF4-FFF2-40B4-BE49-F238E27FC236}">
                  <a16:creationId xmlns:a16="http://schemas.microsoft.com/office/drawing/2014/main" id="{8CD74406-CC45-749D-7105-B9D8F9A48D35}"/>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11" name="グループ化 62">
              <a:extLst>
                <a:ext uri="{FF2B5EF4-FFF2-40B4-BE49-F238E27FC236}">
                  <a16:creationId xmlns:a16="http://schemas.microsoft.com/office/drawing/2014/main" id="{16426129-0F46-6143-9F3F-26F51F96D129}"/>
                </a:ext>
              </a:extLst>
            </p:cNvPr>
            <p:cNvGrpSpPr/>
            <p:nvPr userDrawn="1"/>
          </p:nvGrpSpPr>
          <p:grpSpPr bwMode="gray">
            <a:xfrm>
              <a:off x="-3" y="595771"/>
              <a:ext cx="1318393" cy="66295"/>
              <a:chOff x="312738" y="2747958"/>
              <a:chExt cx="1970087" cy="109542"/>
            </a:xfrm>
          </p:grpSpPr>
          <p:sp>
            <p:nvSpPr>
              <p:cNvPr id="12" name="正方形/長方形 69">
                <a:extLst>
                  <a:ext uri="{FF2B5EF4-FFF2-40B4-BE49-F238E27FC236}">
                    <a16:creationId xmlns:a16="http://schemas.microsoft.com/office/drawing/2014/main" id="{7FCF1C68-14A2-B12A-E721-00963F797CEF}"/>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13" name="正方形/長方形 70">
                <a:extLst>
                  <a:ext uri="{FF2B5EF4-FFF2-40B4-BE49-F238E27FC236}">
                    <a16:creationId xmlns:a16="http://schemas.microsoft.com/office/drawing/2014/main" id="{3A3BAAD6-4FDB-4A7B-873C-BCB31DC5AAAA}"/>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Tree>
    <p:extLst>
      <p:ext uri="{BB962C8B-B14F-4D97-AF65-F5344CB8AC3E}">
        <p14:creationId xmlns:p14="http://schemas.microsoft.com/office/powerpoint/2010/main" val="42884005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userDrawn="1">
  <p:cSld name="Inners - 1 Column &amp; Side Bar">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B654DF-2557-2E2B-FB83-8D323E256DEA}"/>
              </a:ext>
            </a:extLst>
          </p:cNvPr>
          <p:cNvSpPr/>
          <p:nvPr userDrawn="1"/>
        </p:nvSpPr>
        <p:spPr>
          <a:xfrm>
            <a:off x="0" y="894041"/>
            <a:ext cx="2633472" cy="5963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93E1FF-62CC-10FB-86C8-C62A22A825E4}"/>
              </a:ext>
            </a:extLst>
          </p:cNvPr>
          <p:cNvSpPr/>
          <p:nvPr/>
        </p:nvSpPr>
        <p:spPr>
          <a:xfrm>
            <a:off x="0" y="894041"/>
            <a:ext cx="2633472" cy="5963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Text Placeholder 14">
            <a:extLst>
              <a:ext uri="{FF2B5EF4-FFF2-40B4-BE49-F238E27FC236}">
                <a16:creationId xmlns:a16="http://schemas.microsoft.com/office/drawing/2014/main" id="{AE2CF567-B511-C194-FF00-3DFD3E15679D}"/>
              </a:ext>
            </a:extLst>
          </p:cNvPr>
          <p:cNvSpPr>
            <a:spLocks noGrp="1"/>
          </p:cNvSpPr>
          <p:nvPr>
            <p:ph type="body" sz="quarter" idx="12" hasCustomPrompt="1"/>
          </p:nvPr>
        </p:nvSpPr>
        <p:spPr>
          <a:xfrm>
            <a:off x="201892" y="1252832"/>
            <a:ext cx="2114272" cy="5075237"/>
          </a:xfrm>
          <a:prstGeom prst="rect">
            <a:avLst/>
          </a:prstGeom>
        </p:spPr>
        <p:txBody>
          <a:bodyPr/>
          <a:lstStyle>
            <a:lvl1pPr marL="0" indent="0">
              <a:spcBef>
                <a:spcPts val="0"/>
              </a:spcBef>
              <a:spcAft>
                <a:spcPts val="1200"/>
              </a:spcAft>
              <a:buClr>
                <a:schemeClr val="accent1"/>
              </a:buClr>
              <a:buSzPct val="100000"/>
              <a:buFont typeface="System Font Regular"/>
              <a:buNone/>
              <a:defRPr sz="1500" b="1">
                <a:solidFill>
                  <a:schemeClr val="accent1"/>
                </a:solidFill>
              </a:defRPr>
            </a:lvl1pPr>
            <a:lvl2pPr marL="0" indent="0">
              <a:spcBef>
                <a:spcPts val="0"/>
              </a:spcBef>
              <a:spcAft>
                <a:spcPts val="1200"/>
              </a:spcAft>
              <a:buClr>
                <a:schemeClr val="accent1"/>
              </a:buClr>
              <a:buSzPct val="100000"/>
              <a:buFont typeface="Arial" panose="020B0604020202020204" pitchFamily="34" charset="0"/>
              <a:buNone/>
              <a:defRPr sz="1500"/>
            </a:lvl2pPr>
            <a:lvl3pPr marL="0" indent="-360000">
              <a:spcBef>
                <a:spcPts val="0"/>
              </a:spcBef>
              <a:spcAft>
                <a:spcPts val="600"/>
              </a:spcAft>
              <a:buClr>
                <a:schemeClr val="accent1"/>
              </a:buClr>
              <a:buSzPct val="100000"/>
              <a:buFont typeface="System Font Regular"/>
              <a:buChar char="→"/>
              <a:defRPr sz="2200"/>
            </a:lvl3pPr>
            <a:lvl4pPr marL="0" indent="-360000">
              <a:spcBef>
                <a:spcPts val="0"/>
              </a:spcBef>
              <a:spcAft>
                <a:spcPts val="600"/>
              </a:spcAft>
              <a:buClr>
                <a:schemeClr val="accent1"/>
              </a:buClr>
              <a:buSzPct val="100000"/>
              <a:buFont typeface="+mj-lt"/>
              <a:buAutoNum type="arabicPeriod"/>
              <a:defRPr sz="2200" b="0">
                <a:solidFill>
                  <a:schemeClr val="tx2"/>
                </a:solidFill>
              </a:defRPr>
            </a:lvl4pPr>
            <a:lvl5pPr marL="0" indent="0">
              <a:spcBef>
                <a:spcPts val="0"/>
              </a:spcBef>
              <a:spcAft>
                <a:spcPts val="1200"/>
              </a:spcAft>
              <a:buClr>
                <a:schemeClr val="accent1"/>
              </a:buClr>
              <a:buSzPct val="100000"/>
              <a:buFont typeface="System Font Regular"/>
              <a:buNone/>
              <a:defRPr b="1">
                <a:solidFill>
                  <a:schemeClr val="accent1"/>
                </a:solidFill>
              </a:defRPr>
            </a:lvl5pPr>
            <a:lvl6pPr marL="0" indent="0">
              <a:spcBef>
                <a:spcPts val="0"/>
              </a:spcBef>
              <a:spcAft>
                <a:spcPts val="1200"/>
              </a:spcAft>
              <a:buClr>
                <a:schemeClr val="accent1"/>
              </a:buClr>
              <a:buFont typeface="System Font Regular"/>
              <a:buNone/>
              <a:defRPr/>
            </a:lvl6pPr>
            <a:lvl7pPr marL="0" indent="-360000">
              <a:spcBef>
                <a:spcPts val="0"/>
              </a:spcBef>
              <a:spcAft>
                <a:spcPts val="600"/>
              </a:spcAft>
              <a:buClr>
                <a:schemeClr val="accent1"/>
              </a:buClr>
              <a:buFont typeface="System Font Regular"/>
              <a:buChar char="→"/>
              <a:defRPr/>
            </a:lvl7pPr>
            <a:lvl8pPr marL="0" indent="-360000">
              <a:spcBef>
                <a:spcPts val="0"/>
              </a:spcBef>
              <a:spcAft>
                <a:spcPts val="600"/>
              </a:spcAft>
              <a:buClr>
                <a:schemeClr val="accent1"/>
              </a:buClr>
              <a:buFont typeface="+mj-lt"/>
              <a:buAutoNum type="arabicPeriod"/>
              <a:defRPr/>
            </a:lvl8pPr>
          </a:lstStyle>
          <a:p>
            <a:pPr lvl="0"/>
            <a:r>
              <a:rPr lang="en-GB"/>
              <a:t>Level 1 – Title Style</a:t>
            </a:r>
          </a:p>
          <a:p>
            <a:pPr lvl="1"/>
            <a:r>
              <a:rPr lang="en-GB"/>
              <a:t>Level 1 – Body Style</a:t>
            </a:r>
          </a:p>
        </p:txBody>
      </p:sp>
      <p:sp>
        <p:nvSpPr>
          <p:cNvPr id="11" name="Title 10">
            <a:extLst>
              <a:ext uri="{FF2B5EF4-FFF2-40B4-BE49-F238E27FC236}">
                <a16:creationId xmlns:a16="http://schemas.microsoft.com/office/drawing/2014/main" id="{0CE5C325-BEA1-CC22-4BA3-3B23888F21B7}"/>
              </a:ext>
            </a:extLst>
          </p:cNvPr>
          <p:cNvSpPr>
            <a:spLocks noGrp="1"/>
          </p:cNvSpPr>
          <p:nvPr>
            <p:ph type="title"/>
          </p:nvPr>
        </p:nvSpPr>
        <p:spPr/>
        <p:txBody>
          <a:bodyPr/>
          <a:lstStyle/>
          <a:p>
            <a:r>
              <a:rPr lang="en-US"/>
              <a:t>Click to edit Master title style</a:t>
            </a:r>
            <a:endParaRPr lang="en-GB"/>
          </a:p>
        </p:txBody>
      </p:sp>
      <p:sp>
        <p:nvSpPr>
          <p:cNvPr id="7" name="Text Placeholder 5">
            <a:extLst>
              <a:ext uri="{FF2B5EF4-FFF2-40B4-BE49-F238E27FC236}">
                <a16:creationId xmlns:a16="http://schemas.microsoft.com/office/drawing/2014/main" id="{DF41EEE8-EC3F-BF94-6C3A-2DE0D28D4A25}"/>
              </a:ext>
            </a:extLst>
          </p:cNvPr>
          <p:cNvSpPr>
            <a:spLocks noGrp="1"/>
          </p:cNvSpPr>
          <p:nvPr>
            <p:ph type="body" sz="quarter" idx="13"/>
          </p:nvPr>
        </p:nvSpPr>
        <p:spPr>
          <a:xfrm>
            <a:off x="2963863" y="1233488"/>
            <a:ext cx="8928100"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14" name="Footer Placeholder 13">
            <a:extLst>
              <a:ext uri="{FF2B5EF4-FFF2-40B4-BE49-F238E27FC236}">
                <a16:creationId xmlns:a16="http://schemas.microsoft.com/office/drawing/2014/main" id="{18C616DA-3358-148E-89B1-BD36BAF95E70}"/>
              </a:ext>
            </a:extLst>
          </p:cNvPr>
          <p:cNvSpPr>
            <a:spLocks noGrp="1"/>
          </p:cNvSpPr>
          <p:nvPr>
            <p:ph type="ftr" sz="quarter" idx="14"/>
          </p:nvPr>
        </p:nvSpPr>
        <p:spPr/>
        <p:txBody>
          <a:bodyPr/>
          <a:lstStyle/>
          <a:p>
            <a:r>
              <a:rPr lang="en-GB" altLang="ja-JP"/>
              <a:t>© Hitachi Rail Limited 2024. All rights reserved.</a:t>
            </a:r>
            <a:endParaRPr lang="en-US" altLang="ja-JP"/>
          </a:p>
        </p:txBody>
      </p:sp>
      <p:sp>
        <p:nvSpPr>
          <p:cNvPr id="16" name="Slide Number Placeholder 15">
            <a:extLst>
              <a:ext uri="{FF2B5EF4-FFF2-40B4-BE49-F238E27FC236}">
                <a16:creationId xmlns:a16="http://schemas.microsoft.com/office/drawing/2014/main" id="{BC1D2D9C-68DE-594C-F52E-6D88AF5CF013}"/>
              </a:ext>
            </a:extLst>
          </p:cNvPr>
          <p:cNvSpPr>
            <a:spLocks noGrp="1"/>
          </p:cNvSpPr>
          <p:nvPr>
            <p:ph type="sldNum" sz="quarter" idx="15"/>
          </p:nvPr>
        </p:nvSpPr>
        <p:spPr/>
        <p:txBody>
          <a:bodyPr/>
          <a:lstStyle/>
          <a:p>
            <a:fld id="{BD5A2AE7-DD7B-40D6-95B5-BB379B136F09}" type="slidenum">
              <a:rPr lang="en-GB" smtClean="0"/>
              <a:pPr/>
              <a:t>‹#›</a:t>
            </a:fld>
            <a:endParaRPr lang="en-GB"/>
          </a:p>
        </p:txBody>
      </p:sp>
      <p:grpSp>
        <p:nvGrpSpPr>
          <p:cNvPr id="4" name="Group 3">
            <a:extLst>
              <a:ext uri="{FF2B5EF4-FFF2-40B4-BE49-F238E27FC236}">
                <a16:creationId xmlns:a16="http://schemas.microsoft.com/office/drawing/2014/main" id="{5AFBF6FB-63DD-6AA6-9AEE-0B32569182F8}"/>
              </a:ext>
            </a:extLst>
          </p:cNvPr>
          <p:cNvGrpSpPr/>
          <p:nvPr userDrawn="1"/>
        </p:nvGrpSpPr>
        <p:grpSpPr>
          <a:xfrm>
            <a:off x="-3" y="900892"/>
            <a:ext cx="12196766" cy="88429"/>
            <a:chOff x="-3" y="595771"/>
            <a:chExt cx="9144003" cy="66296"/>
          </a:xfrm>
        </p:grpSpPr>
        <p:sp>
          <p:nvSpPr>
            <p:cNvPr id="5" name="正方形/長方形 11">
              <a:extLst>
                <a:ext uri="{FF2B5EF4-FFF2-40B4-BE49-F238E27FC236}">
                  <a16:creationId xmlns:a16="http://schemas.microsoft.com/office/drawing/2014/main" id="{DBBF3383-9239-7CB0-CF07-AC2042F5661F}"/>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10" name="グループ化 62">
              <a:extLst>
                <a:ext uri="{FF2B5EF4-FFF2-40B4-BE49-F238E27FC236}">
                  <a16:creationId xmlns:a16="http://schemas.microsoft.com/office/drawing/2014/main" id="{92915419-AB9F-3B6A-3A5D-8AEA2A2DD1E1}"/>
                </a:ext>
              </a:extLst>
            </p:cNvPr>
            <p:cNvGrpSpPr/>
            <p:nvPr userDrawn="1"/>
          </p:nvGrpSpPr>
          <p:grpSpPr bwMode="gray">
            <a:xfrm>
              <a:off x="-3" y="595771"/>
              <a:ext cx="1318393" cy="66295"/>
              <a:chOff x="312738" y="2747958"/>
              <a:chExt cx="1970087" cy="109542"/>
            </a:xfrm>
          </p:grpSpPr>
          <p:sp>
            <p:nvSpPr>
              <p:cNvPr id="13" name="正方形/長方形 69">
                <a:extLst>
                  <a:ext uri="{FF2B5EF4-FFF2-40B4-BE49-F238E27FC236}">
                    <a16:creationId xmlns:a16="http://schemas.microsoft.com/office/drawing/2014/main" id="{3CED276A-BFD8-EE1D-4371-065C4523EFFA}"/>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15" name="正方形/長方形 70">
                <a:extLst>
                  <a:ext uri="{FF2B5EF4-FFF2-40B4-BE49-F238E27FC236}">
                    <a16:creationId xmlns:a16="http://schemas.microsoft.com/office/drawing/2014/main" id="{CFC51D67-7C05-C6A5-8C67-5E630B855812}"/>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Tree>
    <p:extLst>
      <p:ext uri="{BB962C8B-B14F-4D97-AF65-F5344CB8AC3E}">
        <p14:creationId xmlns:p14="http://schemas.microsoft.com/office/powerpoint/2010/main" val="4265277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1867">
          <p15:clr>
            <a:srgbClr val="C35EA4"/>
          </p15:clr>
        </p15:guide>
        <p15:guide id="12" pos="1459">
          <p15:clr>
            <a:srgbClr val="C35EA4"/>
          </p15:clr>
        </p15:guide>
      </p15:sldGuideLst>
    </p:ext>
  </p:extLst>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Inners - 1 Column &amp; Side Bar with image">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5B654DF-2557-2E2B-FB83-8D323E256DEA}"/>
              </a:ext>
            </a:extLst>
          </p:cNvPr>
          <p:cNvSpPr/>
          <p:nvPr userDrawn="1"/>
        </p:nvSpPr>
        <p:spPr>
          <a:xfrm>
            <a:off x="0" y="894041"/>
            <a:ext cx="2633472" cy="5963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Rectangle 1">
            <a:extLst>
              <a:ext uri="{FF2B5EF4-FFF2-40B4-BE49-F238E27FC236}">
                <a16:creationId xmlns:a16="http://schemas.microsoft.com/office/drawing/2014/main" id="{FF93E1FF-62CC-10FB-86C8-C62A22A825E4}"/>
              </a:ext>
            </a:extLst>
          </p:cNvPr>
          <p:cNvSpPr/>
          <p:nvPr/>
        </p:nvSpPr>
        <p:spPr>
          <a:xfrm>
            <a:off x="0" y="894041"/>
            <a:ext cx="2633472" cy="5963959"/>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5" name="Picture Placeholder 44">
            <a:extLst>
              <a:ext uri="{FF2B5EF4-FFF2-40B4-BE49-F238E27FC236}">
                <a16:creationId xmlns:a16="http://schemas.microsoft.com/office/drawing/2014/main" id="{41F56281-57D5-F723-D573-0A591B922D21}"/>
              </a:ext>
            </a:extLst>
          </p:cNvPr>
          <p:cNvSpPr>
            <a:spLocks noGrp="1"/>
          </p:cNvSpPr>
          <p:nvPr>
            <p:ph type="pic" sz="quarter" idx="16"/>
          </p:nvPr>
        </p:nvSpPr>
        <p:spPr>
          <a:xfrm>
            <a:off x="2963962" y="2190750"/>
            <a:ext cx="8928000" cy="4117976"/>
          </a:xfrm>
          <a:solidFill>
            <a:schemeClr val="bg1">
              <a:lumMod val="95000"/>
            </a:schemeClr>
          </a:solidFill>
          <a:ln>
            <a:noFill/>
          </a:ln>
          <a:effectLst>
            <a:outerShdw blurRad="344425" dir="5400000" algn="ctr" rotWithShape="0">
              <a:srgbClr val="000000">
                <a:alpha val="0"/>
              </a:srgbClr>
            </a:outerShdw>
          </a:effectLst>
        </p:spPr>
        <p:txBody>
          <a:bodyPr vert="horz" lIns="0" tIns="45720" rIns="91440" bIns="45720" rtlCol="0" anchor="ctr">
            <a:normAutofit/>
          </a:bodyPr>
          <a:lstStyle>
            <a:lvl1pPr>
              <a:defRPr lang="en-GB" sz="2000"/>
            </a:lvl1pPr>
          </a:lstStyle>
          <a:p>
            <a:pPr lvl="0" algn="ctr"/>
            <a:r>
              <a:rPr lang="en-US"/>
              <a:t>Click icon to add picture</a:t>
            </a:r>
            <a:endParaRPr lang="en-GB"/>
          </a:p>
        </p:txBody>
      </p:sp>
      <p:sp>
        <p:nvSpPr>
          <p:cNvPr id="47" name="Text Placeholder 5">
            <a:extLst>
              <a:ext uri="{FF2B5EF4-FFF2-40B4-BE49-F238E27FC236}">
                <a16:creationId xmlns:a16="http://schemas.microsoft.com/office/drawing/2014/main" id="{E81FAE0E-ECB6-0DA4-AA7C-614FCBA41D7F}"/>
              </a:ext>
            </a:extLst>
          </p:cNvPr>
          <p:cNvSpPr>
            <a:spLocks noGrp="1"/>
          </p:cNvSpPr>
          <p:nvPr>
            <p:ph type="body" sz="quarter" idx="17"/>
          </p:nvPr>
        </p:nvSpPr>
        <p:spPr>
          <a:xfrm>
            <a:off x="2963861" y="1363149"/>
            <a:ext cx="8928101" cy="827601"/>
          </a:xfrm>
          <a:solidFill>
            <a:srgbClr val="C00000"/>
          </a:solidFill>
        </p:spPr>
        <p:txBody>
          <a:bodyPr anchor="ctr">
            <a:normAutofit/>
          </a:bodyPr>
          <a:lstStyle>
            <a:lvl1pPr algn="ctr">
              <a:defRPr sz="1400">
                <a:solidFill>
                  <a:schemeClr val="bg1"/>
                </a:solidFill>
              </a:defRPr>
            </a:lvl1pPr>
            <a:lvl2pPr algn="ctr">
              <a:defRPr sz="1400">
                <a:solidFill>
                  <a:schemeClr val="bg1"/>
                </a:solidFill>
              </a:defRPr>
            </a:lvl2pPr>
            <a:lvl3pPr marL="0" indent="0">
              <a:buNone/>
              <a:defRPr sz="1050"/>
            </a:lvl3pPr>
            <a:lvl4pPr>
              <a:defRPr sz="1000"/>
            </a:lvl4pPr>
            <a:lvl5pPr>
              <a:defRPr sz="1000"/>
            </a:lvl5pPr>
          </a:lstStyle>
          <a:p>
            <a:pPr lvl="0"/>
            <a:r>
              <a:rPr lang="en-US"/>
              <a:t>Edit Master text styles</a:t>
            </a:r>
          </a:p>
          <a:p>
            <a:pPr lvl="1"/>
            <a:r>
              <a:rPr lang="en-US"/>
              <a:t>Second level</a:t>
            </a:r>
          </a:p>
        </p:txBody>
      </p:sp>
      <p:sp>
        <p:nvSpPr>
          <p:cNvPr id="11" name="Title 10">
            <a:extLst>
              <a:ext uri="{FF2B5EF4-FFF2-40B4-BE49-F238E27FC236}">
                <a16:creationId xmlns:a16="http://schemas.microsoft.com/office/drawing/2014/main" id="{0CE5C325-BEA1-CC22-4BA3-3B23888F21B7}"/>
              </a:ext>
            </a:extLst>
          </p:cNvPr>
          <p:cNvSpPr>
            <a:spLocks noGrp="1"/>
          </p:cNvSpPr>
          <p:nvPr>
            <p:ph type="title"/>
          </p:nvPr>
        </p:nvSpPr>
        <p:spPr/>
        <p:txBody>
          <a:bodyPr/>
          <a:lstStyle/>
          <a:p>
            <a:r>
              <a:rPr lang="en-US"/>
              <a:t>Click to edit Master title style</a:t>
            </a:r>
            <a:endParaRPr lang="en-GB"/>
          </a:p>
        </p:txBody>
      </p:sp>
      <p:sp>
        <p:nvSpPr>
          <p:cNvPr id="14" name="Footer Placeholder 13">
            <a:extLst>
              <a:ext uri="{FF2B5EF4-FFF2-40B4-BE49-F238E27FC236}">
                <a16:creationId xmlns:a16="http://schemas.microsoft.com/office/drawing/2014/main" id="{18C616DA-3358-148E-89B1-BD36BAF95E70}"/>
              </a:ext>
            </a:extLst>
          </p:cNvPr>
          <p:cNvSpPr>
            <a:spLocks noGrp="1"/>
          </p:cNvSpPr>
          <p:nvPr>
            <p:ph type="ftr" sz="quarter" idx="14"/>
          </p:nvPr>
        </p:nvSpPr>
        <p:spPr/>
        <p:txBody>
          <a:bodyPr/>
          <a:lstStyle/>
          <a:p>
            <a:r>
              <a:rPr lang="en-GB" altLang="ja-JP"/>
              <a:t>© Hitachi Rail Limited 2024. All rights reserved.</a:t>
            </a:r>
            <a:endParaRPr lang="en-US" altLang="ja-JP"/>
          </a:p>
        </p:txBody>
      </p:sp>
      <p:sp>
        <p:nvSpPr>
          <p:cNvPr id="16" name="Slide Number Placeholder 15">
            <a:extLst>
              <a:ext uri="{FF2B5EF4-FFF2-40B4-BE49-F238E27FC236}">
                <a16:creationId xmlns:a16="http://schemas.microsoft.com/office/drawing/2014/main" id="{BC1D2D9C-68DE-594C-F52E-6D88AF5CF013}"/>
              </a:ext>
            </a:extLst>
          </p:cNvPr>
          <p:cNvSpPr>
            <a:spLocks noGrp="1"/>
          </p:cNvSpPr>
          <p:nvPr>
            <p:ph type="sldNum" sz="quarter" idx="15"/>
          </p:nvPr>
        </p:nvSpPr>
        <p:spPr/>
        <p:txBody>
          <a:bodyPr/>
          <a:lstStyle/>
          <a:p>
            <a:fld id="{BD5A2AE7-DD7B-40D6-95B5-BB379B136F09}" type="slidenum">
              <a:rPr lang="en-GB" smtClean="0"/>
              <a:pPr/>
              <a:t>‹#›</a:t>
            </a:fld>
            <a:endParaRPr lang="en-GB"/>
          </a:p>
        </p:txBody>
      </p:sp>
      <p:grpSp>
        <p:nvGrpSpPr>
          <p:cNvPr id="4" name="Group 3">
            <a:extLst>
              <a:ext uri="{FF2B5EF4-FFF2-40B4-BE49-F238E27FC236}">
                <a16:creationId xmlns:a16="http://schemas.microsoft.com/office/drawing/2014/main" id="{5AFBF6FB-63DD-6AA6-9AEE-0B32569182F8}"/>
              </a:ext>
            </a:extLst>
          </p:cNvPr>
          <p:cNvGrpSpPr/>
          <p:nvPr userDrawn="1"/>
        </p:nvGrpSpPr>
        <p:grpSpPr>
          <a:xfrm>
            <a:off x="-3" y="900892"/>
            <a:ext cx="12196766" cy="88429"/>
            <a:chOff x="-3" y="595771"/>
            <a:chExt cx="9144003" cy="66296"/>
          </a:xfrm>
        </p:grpSpPr>
        <p:sp>
          <p:nvSpPr>
            <p:cNvPr id="5" name="正方形/長方形 11">
              <a:extLst>
                <a:ext uri="{FF2B5EF4-FFF2-40B4-BE49-F238E27FC236}">
                  <a16:creationId xmlns:a16="http://schemas.microsoft.com/office/drawing/2014/main" id="{DBBF3383-9239-7CB0-CF07-AC2042F5661F}"/>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10" name="グループ化 62">
              <a:extLst>
                <a:ext uri="{FF2B5EF4-FFF2-40B4-BE49-F238E27FC236}">
                  <a16:creationId xmlns:a16="http://schemas.microsoft.com/office/drawing/2014/main" id="{92915419-AB9F-3B6A-3A5D-8AEA2A2DD1E1}"/>
                </a:ext>
              </a:extLst>
            </p:cNvPr>
            <p:cNvGrpSpPr/>
            <p:nvPr userDrawn="1"/>
          </p:nvGrpSpPr>
          <p:grpSpPr bwMode="gray">
            <a:xfrm>
              <a:off x="-3" y="595771"/>
              <a:ext cx="1318393" cy="66295"/>
              <a:chOff x="312738" y="2747958"/>
              <a:chExt cx="1970087" cy="109542"/>
            </a:xfrm>
          </p:grpSpPr>
          <p:sp>
            <p:nvSpPr>
              <p:cNvPr id="13" name="正方形/長方形 69">
                <a:extLst>
                  <a:ext uri="{FF2B5EF4-FFF2-40B4-BE49-F238E27FC236}">
                    <a16:creationId xmlns:a16="http://schemas.microsoft.com/office/drawing/2014/main" id="{3CED276A-BFD8-EE1D-4371-065C4523EFFA}"/>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15" name="正方形/長方形 70">
                <a:extLst>
                  <a:ext uri="{FF2B5EF4-FFF2-40B4-BE49-F238E27FC236}">
                    <a16:creationId xmlns:a16="http://schemas.microsoft.com/office/drawing/2014/main" id="{CFC51D67-7C05-C6A5-8C67-5E630B855812}"/>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32" name="Rectangle 31">
            <a:extLst>
              <a:ext uri="{FF2B5EF4-FFF2-40B4-BE49-F238E27FC236}">
                <a16:creationId xmlns:a16="http://schemas.microsoft.com/office/drawing/2014/main" id="{037BD5C0-EEE8-84E8-E534-26F3A97C2416}"/>
              </a:ext>
            </a:extLst>
          </p:cNvPr>
          <p:cNvSpPr/>
          <p:nvPr userDrawn="1"/>
        </p:nvSpPr>
        <p:spPr>
          <a:xfrm>
            <a:off x="2962592" y="975378"/>
            <a:ext cx="8925559" cy="257734"/>
          </a:xfrm>
          <a:prstGeom prst="rect">
            <a:avLst/>
          </a:prstGeom>
          <a:solidFill>
            <a:srgbClr val="73737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GB" sz="1400"/>
          </a:p>
        </p:txBody>
      </p:sp>
      <p:grpSp>
        <p:nvGrpSpPr>
          <p:cNvPr id="33" name="Group 32">
            <a:extLst>
              <a:ext uri="{FF2B5EF4-FFF2-40B4-BE49-F238E27FC236}">
                <a16:creationId xmlns:a16="http://schemas.microsoft.com/office/drawing/2014/main" id="{8CA23944-1D9C-5387-9FC3-C26498A8AC75}"/>
              </a:ext>
            </a:extLst>
          </p:cNvPr>
          <p:cNvGrpSpPr/>
          <p:nvPr userDrawn="1"/>
        </p:nvGrpSpPr>
        <p:grpSpPr>
          <a:xfrm>
            <a:off x="3108347" y="961980"/>
            <a:ext cx="8634049" cy="238581"/>
            <a:chOff x="3108347" y="984955"/>
            <a:chExt cx="8634049" cy="238581"/>
          </a:xfrm>
          <a:solidFill>
            <a:srgbClr val="737373"/>
          </a:solidFill>
        </p:grpSpPr>
        <p:sp>
          <p:nvSpPr>
            <p:cNvPr id="34" name="Rectangle 33">
              <a:extLst>
                <a:ext uri="{FF2B5EF4-FFF2-40B4-BE49-F238E27FC236}">
                  <a16:creationId xmlns:a16="http://schemas.microsoft.com/office/drawing/2014/main" id="{F43A2697-9884-A02E-C20A-1958CE03E22E}"/>
                </a:ext>
              </a:extLst>
            </p:cNvPr>
            <p:cNvSpPr/>
            <p:nvPr/>
          </p:nvSpPr>
          <p:spPr>
            <a:xfrm>
              <a:off x="3108347" y="984955"/>
              <a:ext cx="1634521" cy="2385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fr-FR" sz="1000" b="1">
                  <a:solidFill>
                    <a:schemeClr val="accent3">
                      <a:lumMod val="60000"/>
                      <a:lumOff val="40000"/>
                    </a:schemeClr>
                  </a:solidFill>
                  <a:latin typeface="+mj-lt"/>
                  <a:cs typeface="Calibri" panose="020F0502020204030204" pitchFamily="34" charset="0"/>
                </a:rPr>
                <a:t>Rolling Stock</a:t>
              </a:r>
            </a:p>
          </p:txBody>
        </p:sp>
        <p:sp>
          <p:nvSpPr>
            <p:cNvPr id="35" name="Rectangle 34">
              <a:extLst>
                <a:ext uri="{FF2B5EF4-FFF2-40B4-BE49-F238E27FC236}">
                  <a16:creationId xmlns:a16="http://schemas.microsoft.com/office/drawing/2014/main" id="{836F658D-9C96-CC09-74E7-E7078B62AB0D}"/>
                </a:ext>
              </a:extLst>
            </p:cNvPr>
            <p:cNvSpPr/>
            <p:nvPr/>
          </p:nvSpPr>
          <p:spPr>
            <a:xfrm>
              <a:off x="4858228" y="984955"/>
              <a:ext cx="1634521" cy="2385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R="0" lvl="0" indent="0" algn="ctr" fontAlgn="auto">
                <a:lnSpc>
                  <a:spcPct val="100000"/>
                </a:lnSpc>
                <a:spcBef>
                  <a:spcPts val="0"/>
                </a:spcBef>
                <a:spcAft>
                  <a:spcPts val="0"/>
                </a:spcAft>
                <a:buClrTx/>
                <a:buSzTx/>
                <a:buFontTx/>
                <a:buNone/>
                <a:tabLst/>
                <a:defRPr/>
              </a:pPr>
              <a:r>
                <a:rPr lang="fr-FR" sz="1000" b="1">
                  <a:solidFill>
                    <a:schemeClr val="accent3">
                      <a:lumMod val="60000"/>
                      <a:lumOff val="40000"/>
                    </a:schemeClr>
                  </a:solidFill>
                  <a:latin typeface="+mj-lt"/>
                  <a:cs typeface="Calibri" panose="020F0502020204030204" pitchFamily="34" charset="0"/>
                </a:rPr>
                <a:t>Urban Rail</a:t>
              </a:r>
            </a:p>
          </p:txBody>
        </p:sp>
        <p:sp>
          <p:nvSpPr>
            <p:cNvPr id="36" name="Rectangle 35">
              <a:extLst>
                <a:ext uri="{FF2B5EF4-FFF2-40B4-BE49-F238E27FC236}">
                  <a16:creationId xmlns:a16="http://schemas.microsoft.com/office/drawing/2014/main" id="{9DA38E42-5AAA-7621-B2B8-37D628CAC94A}"/>
                </a:ext>
              </a:extLst>
            </p:cNvPr>
            <p:cNvSpPr/>
            <p:nvPr/>
          </p:nvSpPr>
          <p:spPr>
            <a:xfrm>
              <a:off x="6608110" y="984955"/>
              <a:ext cx="1634521" cy="2385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defRPr/>
              </a:pPr>
              <a:r>
                <a:rPr lang="fr-FR" sz="1000" b="1" err="1">
                  <a:solidFill>
                    <a:schemeClr val="bg1"/>
                  </a:solidFill>
                  <a:latin typeface="+mj-lt"/>
                  <a:cs typeface="Calibri" panose="020F0502020204030204" pitchFamily="34" charset="0"/>
                </a:rPr>
                <a:t>Mainline</a:t>
              </a:r>
              <a:r>
                <a:rPr lang="fr-FR" sz="1000" b="1">
                  <a:solidFill>
                    <a:schemeClr val="bg1"/>
                  </a:solidFill>
                  <a:latin typeface="+mj-lt"/>
                  <a:cs typeface="Calibri" panose="020F0502020204030204" pitchFamily="34" charset="0"/>
                </a:rPr>
                <a:t> Rail</a:t>
              </a:r>
            </a:p>
          </p:txBody>
        </p:sp>
        <p:sp>
          <p:nvSpPr>
            <p:cNvPr id="37" name="Rectangle 36">
              <a:extLst>
                <a:ext uri="{FF2B5EF4-FFF2-40B4-BE49-F238E27FC236}">
                  <a16:creationId xmlns:a16="http://schemas.microsoft.com/office/drawing/2014/main" id="{3C1BA875-38B1-139F-6BD9-2F33F6C69578}"/>
                </a:ext>
              </a:extLst>
            </p:cNvPr>
            <p:cNvSpPr/>
            <p:nvPr/>
          </p:nvSpPr>
          <p:spPr>
            <a:xfrm>
              <a:off x="8357993" y="984955"/>
              <a:ext cx="1634521" cy="2385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fr-FR" sz="1000" b="1" i="0" u="none" strike="noStrike" kern="1200" cap="none" spc="0" normalizeH="0" baseline="0" noProof="0" err="1">
                  <a:ln>
                    <a:noFill/>
                  </a:ln>
                  <a:solidFill>
                    <a:schemeClr val="accent3">
                      <a:lumMod val="60000"/>
                      <a:lumOff val="40000"/>
                    </a:schemeClr>
                  </a:solidFill>
                  <a:effectLst/>
                  <a:uLnTx/>
                  <a:uFillTx/>
                  <a:latin typeface="+mj-lt"/>
                  <a:ea typeface="+mn-ea"/>
                  <a:cs typeface="Calibri" panose="020F0502020204030204" pitchFamily="34" charset="0"/>
                </a:rPr>
                <a:t>Freight</a:t>
              </a:r>
              <a:r>
                <a:rPr kumimoji="0" lang="fr-FR" sz="1000" b="1" i="0" u="none" strike="noStrike" kern="1200" cap="none" spc="0" normalizeH="0" baseline="0" noProof="0">
                  <a:ln>
                    <a:noFill/>
                  </a:ln>
                  <a:solidFill>
                    <a:schemeClr val="accent3">
                      <a:lumMod val="60000"/>
                      <a:lumOff val="40000"/>
                    </a:schemeClr>
                  </a:solidFill>
                  <a:effectLst/>
                  <a:uLnTx/>
                  <a:uFillTx/>
                  <a:latin typeface="+mj-lt"/>
                  <a:ea typeface="+mn-ea"/>
                  <a:cs typeface="Calibri" panose="020F0502020204030204" pitchFamily="34" charset="0"/>
                </a:rPr>
                <a:t> Rail</a:t>
              </a:r>
            </a:p>
          </p:txBody>
        </p:sp>
        <p:sp>
          <p:nvSpPr>
            <p:cNvPr id="38" name="Rectangle 37">
              <a:extLst>
                <a:ext uri="{FF2B5EF4-FFF2-40B4-BE49-F238E27FC236}">
                  <a16:creationId xmlns:a16="http://schemas.microsoft.com/office/drawing/2014/main" id="{686E8A93-92E5-0A15-0EFF-B418B00AD0A2}"/>
                </a:ext>
              </a:extLst>
            </p:cNvPr>
            <p:cNvSpPr/>
            <p:nvPr/>
          </p:nvSpPr>
          <p:spPr>
            <a:xfrm>
              <a:off x="10107875" y="984955"/>
              <a:ext cx="1634521" cy="238581"/>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fr-FR" sz="1000" b="1" err="1">
                  <a:solidFill>
                    <a:schemeClr val="accent3">
                      <a:lumMod val="60000"/>
                      <a:lumOff val="40000"/>
                    </a:schemeClr>
                  </a:solidFill>
                  <a:latin typeface="+mj-lt"/>
                  <a:cs typeface="Calibri" panose="020F0502020204030204" pitchFamily="34" charset="0"/>
                </a:rPr>
                <a:t>Ticketing</a:t>
              </a:r>
              <a:r>
                <a:rPr lang="fr-FR" sz="1000" b="1">
                  <a:solidFill>
                    <a:schemeClr val="accent3">
                      <a:lumMod val="60000"/>
                      <a:lumOff val="40000"/>
                    </a:schemeClr>
                  </a:solidFill>
                  <a:latin typeface="+mj-lt"/>
                  <a:cs typeface="Calibri" panose="020F0502020204030204" pitchFamily="34" charset="0"/>
                </a:rPr>
                <a:t> &amp; Payments</a:t>
              </a:r>
            </a:p>
          </p:txBody>
        </p:sp>
        <p:cxnSp>
          <p:nvCxnSpPr>
            <p:cNvPr id="39" name="Straight Connector 38">
              <a:extLst>
                <a:ext uri="{FF2B5EF4-FFF2-40B4-BE49-F238E27FC236}">
                  <a16:creationId xmlns:a16="http://schemas.microsoft.com/office/drawing/2014/main" id="{DCE8BD57-42F9-54B2-E352-2CC2C1AF9F97}"/>
                </a:ext>
              </a:extLst>
            </p:cNvPr>
            <p:cNvCxnSpPr>
              <a:cxnSpLocks/>
            </p:cNvCxnSpPr>
            <p:nvPr/>
          </p:nvCxnSpPr>
          <p:spPr>
            <a:xfrm>
              <a:off x="4800548" y="1003841"/>
              <a:ext cx="0" cy="200808"/>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0" name="Straight Connector 39">
              <a:extLst>
                <a:ext uri="{FF2B5EF4-FFF2-40B4-BE49-F238E27FC236}">
                  <a16:creationId xmlns:a16="http://schemas.microsoft.com/office/drawing/2014/main" id="{07D494A1-AE26-1DCA-5871-2BE79EE35A1F}"/>
                </a:ext>
              </a:extLst>
            </p:cNvPr>
            <p:cNvCxnSpPr>
              <a:cxnSpLocks/>
            </p:cNvCxnSpPr>
            <p:nvPr/>
          </p:nvCxnSpPr>
          <p:spPr>
            <a:xfrm>
              <a:off x="6550430" y="1003841"/>
              <a:ext cx="0" cy="200808"/>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1" name="Straight Connector 40">
              <a:extLst>
                <a:ext uri="{FF2B5EF4-FFF2-40B4-BE49-F238E27FC236}">
                  <a16:creationId xmlns:a16="http://schemas.microsoft.com/office/drawing/2014/main" id="{47027EA2-5DE2-B703-0B85-C4C9E51EAEFD}"/>
                </a:ext>
              </a:extLst>
            </p:cNvPr>
            <p:cNvCxnSpPr>
              <a:cxnSpLocks/>
            </p:cNvCxnSpPr>
            <p:nvPr/>
          </p:nvCxnSpPr>
          <p:spPr>
            <a:xfrm>
              <a:off x="8300312" y="1003841"/>
              <a:ext cx="0" cy="200808"/>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2" name="Straight Connector 41">
              <a:extLst>
                <a:ext uri="{FF2B5EF4-FFF2-40B4-BE49-F238E27FC236}">
                  <a16:creationId xmlns:a16="http://schemas.microsoft.com/office/drawing/2014/main" id="{736A238D-A642-B8DB-C7EA-D7C6DD02340D}"/>
                </a:ext>
              </a:extLst>
            </p:cNvPr>
            <p:cNvCxnSpPr>
              <a:cxnSpLocks/>
            </p:cNvCxnSpPr>
            <p:nvPr/>
          </p:nvCxnSpPr>
          <p:spPr>
            <a:xfrm>
              <a:off x="10050195" y="1003841"/>
              <a:ext cx="0" cy="200808"/>
            </a:xfrm>
            <a:prstGeom prst="line">
              <a:avLst/>
            </a:prstGeom>
            <a:grpFill/>
            <a:ln>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48" name="Text Placeholder 14">
            <a:extLst>
              <a:ext uri="{FF2B5EF4-FFF2-40B4-BE49-F238E27FC236}">
                <a16:creationId xmlns:a16="http://schemas.microsoft.com/office/drawing/2014/main" id="{47715109-8176-13EB-88C9-6997BEB2A744}"/>
              </a:ext>
            </a:extLst>
          </p:cNvPr>
          <p:cNvSpPr>
            <a:spLocks noGrp="1"/>
          </p:cNvSpPr>
          <p:nvPr>
            <p:ph type="body" sz="quarter" idx="12" hasCustomPrompt="1"/>
          </p:nvPr>
        </p:nvSpPr>
        <p:spPr>
          <a:xfrm>
            <a:off x="201892" y="1252832"/>
            <a:ext cx="2114272" cy="5075237"/>
          </a:xfrm>
          <a:prstGeom prst="rect">
            <a:avLst/>
          </a:prstGeom>
        </p:spPr>
        <p:txBody>
          <a:bodyPr/>
          <a:lstStyle>
            <a:lvl1pPr marL="0" indent="0">
              <a:spcBef>
                <a:spcPts val="0"/>
              </a:spcBef>
              <a:spcAft>
                <a:spcPts val="1200"/>
              </a:spcAft>
              <a:buClr>
                <a:schemeClr val="accent1"/>
              </a:buClr>
              <a:buSzPct val="100000"/>
              <a:buFont typeface="System Font Regular"/>
              <a:buNone/>
              <a:defRPr sz="1500" b="1">
                <a:solidFill>
                  <a:schemeClr val="accent1"/>
                </a:solidFill>
              </a:defRPr>
            </a:lvl1pPr>
            <a:lvl2pPr marL="0" indent="0">
              <a:spcBef>
                <a:spcPts val="0"/>
              </a:spcBef>
              <a:spcAft>
                <a:spcPts val="1200"/>
              </a:spcAft>
              <a:buClr>
                <a:schemeClr val="accent1"/>
              </a:buClr>
              <a:buSzPct val="100000"/>
              <a:buFont typeface="Arial" panose="020B0604020202020204" pitchFamily="34" charset="0"/>
              <a:buNone/>
              <a:defRPr sz="1500"/>
            </a:lvl2pPr>
            <a:lvl3pPr marL="0" indent="-360000">
              <a:spcBef>
                <a:spcPts val="0"/>
              </a:spcBef>
              <a:spcAft>
                <a:spcPts val="600"/>
              </a:spcAft>
              <a:buClr>
                <a:schemeClr val="accent1"/>
              </a:buClr>
              <a:buSzPct val="100000"/>
              <a:buFont typeface="System Font Regular"/>
              <a:buChar char="→"/>
              <a:defRPr sz="2200"/>
            </a:lvl3pPr>
            <a:lvl4pPr marL="0" indent="-360000">
              <a:spcBef>
                <a:spcPts val="0"/>
              </a:spcBef>
              <a:spcAft>
                <a:spcPts val="600"/>
              </a:spcAft>
              <a:buClr>
                <a:schemeClr val="accent1"/>
              </a:buClr>
              <a:buSzPct val="100000"/>
              <a:buFont typeface="+mj-lt"/>
              <a:buAutoNum type="arabicPeriod"/>
              <a:defRPr sz="2200" b="0">
                <a:solidFill>
                  <a:schemeClr val="tx2"/>
                </a:solidFill>
              </a:defRPr>
            </a:lvl4pPr>
            <a:lvl5pPr marL="0" indent="0">
              <a:spcBef>
                <a:spcPts val="0"/>
              </a:spcBef>
              <a:spcAft>
                <a:spcPts val="1200"/>
              </a:spcAft>
              <a:buClr>
                <a:schemeClr val="accent1"/>
              </a:buClr>
              <a:buSzPct val="100000"/>
              <a:buFont typeface="System Font Regular"/>
              <a:buNone/>
              <a:defRPr b="1">
                <a:solidFill>
                  <a:schemeClr val="accent1"/>
                </a:solidFill>
              </a:defRPr>
            </a:lvl5pPr>
            <a:lvl6pPr marL="0" indent="0">
              <a:spcBef>
                <a:spcPts val="0"/>
              </a:spcBef>
              <a:spcAft>
                <a:spcPts val="1200"/>
              </a:spcAft>
              <a:buClr>
                <a:schemeClr val="accent1"/>
              </a:buClr>
              <a:buFont typeface="System Font Regular"/>
              <a:buNone/>
              <a:defRPr/>
            </a:lvl6pPr>
            <a:lvl7pPr marL="0" indent="-360000">
              <a:spcBef>
                <a:spcPts val="0"/>
              </a:spcBef>
              <a:spcAft>
                <a:spcPts val="600"/>
              </a:spcAft>
              <a:buClr>
                <a:schemeClr val="accent1"/>
              </a:buClr>
              <a:buFont typeface="System Font Regular"/>
              <a:buChar char="→"/>
              <a:defRPr/>
            </a:lvl7pPr>
            <a:lvl8pPr marL="0" indent="-360000">
              <a:spcBef>
                <a:spcPts val="0"/>
              </a:spcBef>
              <a:spcAft>
                <a:spcPts val="600"/>
              </a:spcAft>
              <a:buClr>
                <a:schemeClr val="accent1"/>
              </a:buClr>
              <a:buFont typeface="+mj-lt"/>
              <a:buAutoNum type="arabicPeriod"/>
              <a:defRPr/>
            </a:lvl8pPr>
          </a:lstStyle>
          <a:p>
            <a:pPr lvl="0"/>
            <a:r>
              <a:rPr lang="en-GB"/>
              <a:t>Level 1 – Title Style</a:t>
            </a:r>
          </a:p>
          <a:p>
            <a:pPr lvl="1"/>
            <a:r>
              <a:rPr lang="en-GB"/>
              <a:t>Level 1 – Body Style</a:t>
            </a:r>
          </a:p>
        </p:txBody>
      </p:sp>
    </p:spTree>
    <p:extLst>
      <p:ext uri="{BB962C8B-B14F-4D97-AF65-F5344CB8AC3E}">
        <p14:creationId xmlns:p14="http://schemas.microsoft.com/office/powerpoint/2010/main" val="34958363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1867">
          <p15:clr>
            <a:srgbClr val="C35EA4"/>
          </p15:clr>
        </p15:guide>
        <p15:guide id="12" pos="1459">
          <p15:clr>
            <a:srgbClr val="C35EA4"/>
          </p15:clr>
        </p15:guide>
      </p15:sldGuideLst>
    </p:ext>
  </p:extLst>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userDrawn="1">
  <p:cSld name="Inners - 2 Columns_Imag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D4DBDE4-CACB-4001-90D2-85C7219E72EF}"/>
              </a:ext>
            </a:extLst>
          </p:cNvPr>
          <p:cNvSpPr>
            <a:spLocks noGrp="1"/>
          </p:cNvSpPr>
          <p:nvPr>
            <p:ph type="pic" sz="quarter" idx="12" hasCustomPrompt="1"/>
          </p:nvPr>
        </p:nvSpPr>
        <p:spPr>
          <a:xfrm>
            <a:off x="300038" y="1233488"/>
            <a:ext cx="5616575" cy="5075237"/>
          </a:xfrm>
          <a:prstGeom prst="rect">
            <a:avLst/>
          </a:prstGeom>
          <a:solidFill>
            <a:schemeClr val="bg1">
              <a:lumMod val="95000"/>
            </a:schemeClr>
          </a:solidFill>
          <a:ln>
            <a:noFill/>
          </a:ln>
          <a:effectLst>
            <a:outerShdw blurRad="344425" dir="5400000" algn="ctr" rotWithShape="0">
              <a:srgbClr val="000000">
                <a:alpha val="0"/>
              </a:srgbClr>
            </a:outerShdw>
          </a:effectLst>
        </p:spPr>
        <p:txBody>
          <a:bodyPr anchor="ctr"/>
          <a:lstStyle>
            <a:lvl1pPr marL="0" indent="0" algn="ctr">
              <a:buNone/>
              <a:defRPr sz="2000">
                <a:solidFill>
                  <a:schemeClr val="accent1"/>
                </a:solidFill>
              </a:defRPr>
            </a:lvl1pPr>
          </a:lstStyle>
          <a:p>
            <a:r>
              <a:rPr lang="en-US"/>
              <a:t>Click to insert picture</a:t>
            </a:r>
          </a:p>
        </p:txBody>
      </p:sp>
      <p:sp>
        <p:nvSpPr>
          <p:cNvPr id="9" name="Title 8">
            <a:extLst>
              <a:ext uri="{FF2B5EF4-FFF2-40B4-BE49-F238E27FC236}">
                <a16:creationId xmlns:a16="http://schemas.microsoft.com/office/drawing/2014/main" id="{A865A29A-0AC3-A7FD-0C04-F000EBB75E3B}"/>
              </a:ext>
            </a:extLst>
          </p:cNvPr>
          <p:cNvSpPr>
            <a:spLocks noGrp="1"/>
          </p:cNvSpPr>
          <p:nvPr>
            <p:ph type="title"/>
          </p:nvPr>
        </p:nvSpPr>
        <p:spPr/>
        <p:txBody>
          <a:bodyPr/>
          <a:lstStyle/>
          <a:p>
            <a:r>
              <a:rPr lang="en-US"/>
              <a:t>Click to edit Master title style</a:t>
            </a:r>
            <a:endParaRPr lang="en-GB"/>
          </a:p>
        </p:txBody>
      </p:sp>
      <p:sp>
        <p:nvSpPr>
          <p:cNvPr id="10" name="Footer Placeholder 9">
            <a:extLst>
              <a:ext uri="{FF2B5EF4-FFF2-40B4-BE49-F238E27FC236}">
                <a16:creationId xmlns:a16="http://schemas.microsoft.com/office/drawing/2014/main" id="{E48FBF59-E90B-5681-D53D-6FCC7932BEAC}"/>
              </a:ext>
            </a:extLst>
          </p:cNvPr>
          <p:cNvSpPr>
            <a:spLocks noGrp="1"/>
          </p:cNvSpPr>
          <p:nvPr>
            <p:ph type="ftr" sz="quarter" idx="13"/>
          </p:nvPr>
        </p:nvSpPr>
        <p:spPr/>
        <p:txBody>
          <a:bodyPr/>
          <a:lstStyle/>
          <a:p>
            <a:r>
              <a:rPr lang="en-GB" altLang="ja-JP"/>
              <a:t>© Hitachi Rail Limited 2024. All rights reserved.</a:t>
            </a:r>
            <a:endParaRPr lang="en-US" altLang="ja-JP"/>
          </a:p>
        </p:txBody>
      </p:sp>
      <p:sp>
        <p:nvSpPr>
          <p:cNvPr id="11" name="Slide Number Placeholder 10">
            <a:extLst>
              <a:ext uri="{FF2B5EF4-FFF2-40B4-BE49-F238E27FC236}">
                <a16:creationId xmlns:a16="http://schemas.microsoft.com/office/drawing/2014/main" id="{3CD292D1-0098-E598-B401-A37261B68B1E}"/>
              </a:ext>
            </a:extLst>
          </p:cNvPr>
          <p:cNvSpPr>
            <a:spLocks noGrp="1"/>
          </p:cNvSpPr>
          <p:nvPr>
            <p:ph type="sldNum" sz="quarter" idx="14"/>
          </p:nvPr>
        </p:nvSpPr>
        <p:spPr/>
        <p:txBody>
          <a:bodyPr/>
          <a:lstStyle/>
          <a:p>
            <a:fld id="{BD5A2AE7-DD7B-40D6-95B5-BB379B136F09}" type="slidenum">
              <a:rPr lang="en-GB" smtClean="0"/>
              <a:pPr/>
              <a:t>‹#›</a:t>
            </a:fld>
            <a:endParaRPr lang="en-GB"/>
          </a:p>
        </p:txBody>
      </p:sp>
      <p:sp>
        <p:nvSpPr>
          <p:cNvPr id="3" name="Text Placeholder 5">
            <a:extLst>
              <a:ext uri="{FF2B5EF4-FFF2-40B4-BE49-F238E27FC236}">
                <a16:creationId xmlns:a16="http://schemas.microsoft.com/office/drawing/2014/main" id="{24CCC226-4DBD-1AE2-C5AF-049877540D16}"/>
              </a:ext>
            </a:extLst>
          </p:cNvPr>
          <p:cNvSpPr>
            <a:spLocks noGrp="1"/>
          </p:cNvSpPr>
          <p:nvPr>
            <p:ph type="body" sz="quarter" idx="15"/>
          </p:nvPr>
        </p:nvSpPr>
        <p:spPr>
          <a:xfrm>
            <a:off x="6187041" y="1233488"/>
            <a:ext cx="5704921"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3803352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userDrawn="1">
  <p:cSld name="Inners - 2 Columns_Thumbnail Image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D4DBDE4-CACB-4001-90D2-85C7219E72EF}"/>
              </a:ext>
            </a:extLst>
          </p:cNvPr>
          <p:cNvSpPr>
            <a:spLocks noGrp="1"/>
          </p:cNvSpPr>
          <p:nvPr>
            <p:ph type="pic" sz="quarter" idx="12" hasCustomPrompt="1"/>
          </p:nvPr>
        </p:nvSpPr>
        <p:spPr>
          <a:xfrm>
            <a:off x="300039" y="1233489"/>
            <a:ext cx="2151062" cy="2195512"/>
          </a:xfrm>
          <a:prstGeom prst="rect">
            <a:avLst/>
          </a:prstGeom>
          <a:solidFill>
            <a:schemeClr val="bg1">
              <a:lumMod val="95000"/>
            </a:schemeClr>
          </a:solidFill>
          <a:ln>
            <a:noFill/>
          </a:ln>
          <a:effectLst>
            <a:outerShdw blurRad="344425" dir="5400000" algn="ctr" rotWithShape="0">
              <a:srgbClr val="000000">
                <a:alpha val="0"/>
              </a:srgbClr>
            </a:outerShdw>
          </a:effectLst>
        </p:spPr>
        <p:txBody>
          <a:bodyPr anchor="ctr"/>
          <a:lstStyle>
            <a:lvl1pPr marL="0" indent="0" algn="ctr">
              <a:buNone/>
              <a:defRPr sz="2000">
                <a:solidFill>
                  <a:schemeClr val="accent1"/>
                </a:solidFill>
              </a:defRPr>
            </a:lvl1pPr>
          </a:lstStyle>
          <a:p>
            <a:r>
              <a:rPr lang="en-US"/>
              <a:t>Click to insert picture</a:t>
            </a:r>
          </a:p>
        </p:txBody>
      </p:sp>
      <p:sp>
        <p:nvSpPr>
          <p:cNvPr id="9" name="Title 8">
            <a:extLst>
              <a:ext uri="{FF2B5EF4-FFF2-40B4-BE49-F238E27FC236}">
                <a16:creationId xmlns:a16="http://schemas.microsoft.com/office/drawing/2014/main" id="{A865A29A-0AC3-A7FD-0C04-F000EBB75E3B}"/>
              </a:ext>
            </a:extLst>
          </p:cNvPr>
          <p:cNvSpPr>
            <a:spLocks noGrp="1"/>
          </p:cNvSpPr>
          <p:nvPr>
            <p:ph type="title"/>
          </p:nvPr>
        </p:nvSpPr>
        <p:spPr/>
        <p:txBody>
          <a:bodyPr/>
          <a:lstStyle/>
          <a:p>
            <a:r>
              <a:rPr lang="en-US"/>
              <a:t>Click to edit Master title style</a:t>
            </a:r>
            <a:endParaRPr lang="en-GB"/>
          </a:p>
        </p:txBody>
      </p:sp>
      <p:sp>
        <p:nvSpPr>
          <p:cNvPr id="10" name="Footer Placeholder 9">
            <a:extLst>
              <a:ext uri="{FF2B5EF4-FFF2-40B4-BE49-F238E27FC236}">
                <a16:creationId xmlns:a16="http://schemas.microsoft.com/office/drawing/2014/main" id="{E48FBF59-E90B-5681-D53D-6FCC7932BEAC}"/>
              </a:ext>
            </a:extLst>
          </p:cNvPr>
          <p:cNvSpPr>
            <a:spLocks noGrp="1"/>
          </p:cNvSpPr>
          <p:nvPr>
            <p:ph type="ftr" sz="quarter" idx="13"/>
          </p:nvPr>
        </p:nvSpPr>
        <p:spPr/>
        <p:txBody>
          <a:bodyPr/>
          <a:lstStyle/>
          <a:p>
            <a:r>
              <a:rPr lang="en-GB" altLang="ja-JP"/>
              <a:t>© Hitachi Rail Limited 2024. All rights reserved.</a:t>
            </a:r>
            <a:endParaRPr lang="en-US" altLang="ja-JP"/>
          </a:p>
        </p:txBody>
      </p:sp>
      <p:sp>
        <p:nvSpPr>
          <p:cNvPr id="11" name="Slide Number Placeholder 10">
            <a:extLst>
              <a:ext uri="{FF2B5EF4-FFF2-40B4-BE49-F238E27FC236}">
                <a16:creationId xmlns:a16="http://schemas.microsoft.com/office/drawing/2014/main" id="{3CD292D1-0098-E598-B401-A37261B68B1E}"/>
              </a:ext>
            </a:extLst>
          </p:cNvPr>
          <p:cNvSpPr>
            <a:spLocks noGrp="1"/>
          </p:cNvSpPr>
          <p:nvPr>
            <p:ph type="sldNum" sz="quarter" idx="14"/>
          </p:nvPr>
        </p:nvSpPr>
        <p:spPr/>
        <p:txBody>
          <a:bodyPr/>
          <a:lstStyle/>
          <a:p>
            <a:fld id="{BD5A2AE7-DD7B-40D6-95B5-BB379B136F09}" type="slidenum">
              <a:rPr lang="en-GB" smtClean="0"/>
              <a:pPr/>
              <a:t>‹#›</a:t>
            </a:fld>
            <a:endParaRPr lang="en-GB"/>
          </a:p>
        </p:txBody>
      </p:sp>
      <p:sp>
        <p:nvSpPr>
          <p:cNvPr id="3" name="Text Placeholder 5">
            <a:extLst>
              <a:ext uri="{FF2B5EF4-FFF2-40B4-BE49-F238E27FC236}">
                <a16:creationId xmlns:a16="http://schemas.microsoft.com/office/drawing/2014/main" id="{24CCC226-4DBD-1AE2-C5AF-049877540D16}"/>
              </a:ext>
            </a:extLst>
          </p:cNvPr>
          <p:cNvSpPr>
            <a:spLocks noGrp="1"/>
          </p:cNvSpPr>
          <p:nvPr>
            <p:ph type="body" sz="quarter" idx="15"/>
          </p:nvPr>
        </p:nvSpPr>
        <p:spPr>
          <a:xfrm>
            <a:off x="2857501" y="1233488"/>
            <a:ext cx="9034462"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cxnSp>
        <p:nvCxnSpPr>
          <p:cNvPr id="2" name="Straight Connector 1">
            <a:extLst>
              <a:ext uri="{FF2B5EF4-FFF2-40B4-BE49-F238E27FC236}">
                <a16:creationId xmlns:a16="http://schemas.microsoft.com/office/drawing/2014/main" id="{2214FD07-4E16-763A-E456-EE03F6642584}"/>
              </a:ext>
            </a:extLst>
          </p:cNvPr>
          <p:cNvCxnSpPr/>
          <p:nvPr userDrawn="1"/>
        </p:nvCxnSpPr>
        <p:spPr>
          <a:xfrm>
            <a:off x="2654300" y="1233488"/>
            <a:ext cx="0" cy="50752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24982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Inners - 2 Columns_2 Images Lef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D4DBDE4-CACB-4001-90D2-85C7219E72EF}"/>
              </a:ext>
            </a:extLst>
          </p:cNvPr>
          <p:cNvSpPr>
            <a:spLocks noGrp="1"/>
          </p:cNvSpPr>
          <p:nvPr>
            <p:ph type="pic" sz="quarter" idx="12" hasCustomPrompt="1"/>
          </p:nvPr>
        </p:nvSpPr>
        <p:spPr>
          <a:xfrm>
            <a:off x="300038" y="1233489"/>
            <a:ext cx="5616575" cy="2442966"/>
          </a:xfrm>
          <a:prstGeom prst="rect">
            <a:avLst/>
          </a:prstGeom>
          <a:solidFill>
            <a:schemeClr val="bg1">
              <a:lumMod val="95000"/>
            </a:schemeClr>
          </a:solidFill>
          <a:ln>
            <a:noFill/>
          </a:ln>
        </p:spPr>
        <p:txBody>
          <a:bodyPr anchor="ctr"/>
          <a:lstStyle>
            <a:lvl1pPr marL="0" indent="0" algn="ctr">
              <a:buNone/>
              <a:defRPr sz="2000">
                <a:solidFill>
                  <a:schemeClr val="accent1"/>
                </a:solidFill>
              </a:defRPr>
            </a:lvl1pPr>
          </a:lstStyle>
          <a:p>
            <a:r>
              <a:rPr lang="en-US"/>
              <a:t>Click to insert picture</a:t>
            </a:r>
          </a:p>
        </p:txBody>
      </p:sp>
      <p:sp>
        <p:nvSpPr>
          <p:cNvPr id="12" name="Picture Placeholder 4">
            <a:extLst>
              <a:ext uri="{FF2B5EF4-FFF2-40B4-BE49-F238E27FC236}">
                <a16:creationId xmlns:a16="http://schemas.microsoft.com/office/drawing/2014/main" id="{B7316061-D675-3B9D-350C-F46996A8BF2F}"/>
              </a:ext>
            </a:extLst>
          </p:cNvPr>
          <p:cNvSpPr>
            <a:spLocks noGrp="1"/>
          </p:cNvSpPr>
          <p:nvPr>
            <p:ph type="pic" sz="quarter" idx="13" hasCustomPrompt="1"/>
          </p:nvPr>
        </p:nvSpPr>
        <p:spPr>
          <a:xfrm>
            <a:off x="300037" y="3865759"/>
            <a:ext cx="5616575" cy="2442966"/>
          </a:xfrm>
          <a:prstGeom prst="rect">
            <a:avLst/>
          </a:prstGeom>
          <a:solidFill>
            <a:schemeClr val="bg1">
              <a:lumMod val="95000"/>
            </a:schemeClr>
          </a:solidFill>
          <a:ln>
            <a:noFill/>
          </a:ln>
        </p:spPr>
        <p:txBody>
          <a:bodyPr anchor="ctr"/>
          <a:lstStyle>
            <a:lvl1pPr marL="0" indent="0" algn="ctr">
              <a:buNone/>
              <a:defRPr sz="2000">
                <a:solidFill>
                  <a:schemeClr val="accent1"/>
                </a:solidFill>
              </a:defRPr>
            </a:lvl1pPr>
          </a:lstStyle>
          <a:p>
            <a:r>
              <a:rPr lang="en-US"/>
              <a:t>Click to insert picture</a:t>
            </a:r>
          </a:p>
        </p:txBody>
      </p:sp>
      <p:sp>
        <p:nvSpPr>
          <p:cNvPr id="3" name="Title 2">
            <a:extLst>
              <a:ext uri="{FF2B5EF4-FFF2-40B4-BE49-F238E27FC236}">
                <a16:creationId xmlns:a16="http://schemas.microsoft.com/office/drawing/2014/main" id="{BD61F42F-F86B-9C99-B8C1-442D8F0C5417}"/>
              </a:ext>
            </a:extLst>
          </p:cNvPr>
          <p:cNvSpPr>
            <a:spLocks noGrp="1"/>
          </p:cNvSpPr>
          <p:nvPr>
            <p:ph type="title"/>
          </p:nvPr>
        </p:nvSpPr>
        <p:spPr/>
        <p:txBody>
          <a:bodyPr/>
          <a:lstStyle/>
          <a:p>
            <a:r>
              <a:rPr lang="en-US"/>
              <a:t>Click to edit Master title style</a:t>
            </a:r>
            <a:endParaRPr lang="en-GB"/>
          </a:p>
        </p:txBody>
      </p:sp>
      <p:sp>
        <p:nvSpPr>
          <p:cNvPr id="7" name="Footer Placeholder 6">
            <a:extLst>
              <a:ext uri="{FF2B5EF4-FFF2-40B4-BE49-F238E27FC236}">
                <a16:creationId xmlns:a16="http://schemas.microsoft.com/office/drawing/2014/main" id="{E0858133-81E1-4E4B-02E0-4878724B744A}"/>
              </a:ext>
            </a:extLst>
          </p:cNvPr>
          <p:cNvSpPr>
            <a:spLocks noGrp="1"/>
          </p:cNvSpPr>
          <p:nvPr>
            <p:ph type="ftr" sz="quarter" idx="16"/>
          </p:nvPr>
        </p:nvSpPr>
        <p:spPr/>
        <p:txBody>
          <a:bodyPr/>
          <a:lstStyle/>
          <a:p>
            <a:r>
              <a:rPr lang="en-GB" altLang="ja-JP"/>
              <a:t>© Hitachi Rail Limited 2024. All rights reserved.</a:t>
            </a:r>
            <a:endParaRPr lang="en-US" altLang="ja-JP"/>
          </a:p>
        </p:txBody>
      </p:sp>
      <p:sp>
        <p:nvSpPr>
          <p:cNvPr id="9" name="Slide Number Placeholder 8">
            <a:extLst>
              <a:ext uri="{FF2B5EF4-FFF2-40B4-BE49-F238E27FC236}">
                <a16:creationId xmlns:a16="http://schemas.microsoft.com/office/drawing/2014/main" id="{30B19589-9405-27F0-7A77-85B540C6EBDF}"/>
              </a:ext>
            </a:extLst>
          </p:cNvPr>
          <p:cNvSpPr>
            <a:spLocks noGrp="1"/>
          </p:cNvSpPr>
          <p:nvPr>
            <p:ph type="sldNum" sz="quarter" idx="17"/>
          </p:nvPr>
        </p:nvSpPr>
        <p:spPr/>
        <p:txBody>
          <a:bodyPr/>
          <a:lstStyle/>
          <a:p>
            <a:fld id="{BD5A2AE7-DD7B-40D6-95B5-BB379B136F09}" type="slidenum">
              <a:rPr lang="en-GB" smtClean="0"/>
              <a:pPr/>
              <a:t>‹#›</a:t>
            </a:fld>
            <a:endParaRPr lang="en-GB"/>
          </a:p>
        </p:txBody>
      </p:sp>
      <p:sp>
        <p:nvSpPr>
          <p:cNvPr id="10" name="Text Placeholder 5">
            <a:extLst>
              <a:ext uri="{FF2B5EF4-FFF2-40B4-BE49-F238E27FC236}">
                <a16:creationId xmlns:a16="http://schemas.microsoft.com/office/drawing/2014/main" id="{5727DE22-7CD0-8A22-DF92-C763B617393F}"/>
              </a:ext>
            </a:extLst>
          </p:cNvPr>
          <p:cNvSpPr>
            <a:spLocks noGrp="1"/>
          </p:cNvSpPr>
          <p:nvPr>
            <p:ph type="body" sz="quarter" idx="15"/>
          </p:nvPr>
        </p:nvSpPr>
        <p:spPr>
          <a:xfrm>
            <a:off x="6187041" y="1233488"/>
            <a:ext cx="5704921"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12009062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Inners - 2 Columns_Image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D4DBDE4-CACB-4001-90D2-85C7219E72EF}"/>
              </a:ext>
            </a:extLst>
          </p:cNvPr>
          <p:cNvSpPr>
            <a:spLocks noGrp="1"/>
          </p:cNvSpPr>
          <p:nvPr>
            <p:ph type="pic" sz="quarter" idx="12" hasCustomPrompt="1"/>
          </p:nvPr>
        </p:nvSpPr>
        <p:spPr>
          <a:xfrm>
            <a:off x="6275388" y="1233488"/>
            <a:ext cx="5616575" cy="5075237"/>
          </a:xfrm>
          <a:prstGeom prst="rect">
            <a:avLst/>
          </a:prstGeom>
          <a:solidFill>
            <a:schemeClr val="bg1">
              <a:lumMod val="95000"/>
            </a:schemeClr>
          </a:solidFill>
          <a:ln>
            <a:noFill/>
          </a:ln>
        </p:spPr>
        <p:txBody>
          <a:bodyPr anchor="ctr"/>
          <a:lstStyle>
            <a:lvl1pPr marL="0" indent="0" algn="ctr">
              <a:buNone/>
              <a:defRPr sz="2000">
                <a:solidFill>
                  <a:schemeClr val="accent1"/>
                </a:solidFill>
              </a:defRPr>
            </a:lvl1pPr>
          </a:lstStyle>
          <a:p>
            <a:r>
              <a:rPr lang="en-US"/>
              <a:t>Click to insert picture</a:t>
            </a:r>
          </a:p>
        </p:txBody>
      </p:sp>
      <p:sp>
        <p:nvSpPr>
          <p:cNvPr id="3" name="Text Placeholder 5">
            <a:extLst>
              <a:ext uri="{FF2B5EF4-FFF2-40B4-BE49-F238E27FC236}">
                <a16:creationId xmlns:a16="http://schemas.microsoft.com/office/drawing/2014/main" id="{6352DCC4-F552-D1E5-E032-1812E762467D}"/>
              </a:ext>
            </a:extLst>
          </p:cNvPr>
          <p:cNvSpPr>
            <a:spLocks noGrp="1"/>
          </p:cNvSpPr>
          <p:nvPr>
            <p:ph type="body" sz="quarter" idx="13"/>
          </p:nvPr>
        </p:nvSpPr>
        <p:spPr>
          <a:xfrm>
            <a:off x="300038" y="1233488"/>
            <a:ext cx="5616575"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a:extLst>
              <a:ext uri="{FF2B5EF4-FFF2-40B4-BE49-F238E27FC236}">
                <a16:creationId xmlns:a16="http://schemas.microsoft.com/office/drawing/2014/main" id="{885D7B63-DB2F-7138-1C0C-D9999F8790C9}"/>
              </a:ext>
            </a:extLst>
          </p:cNvPr>
          <p:cNvSpPr>
            <a:spLocks noGrp="1"/>
          </p:cNvSpPr>
          <p:nvPr>
            <p:ph type="ftr" sz="quarter" idx="14"/>
          </p:nvPr>
        </p:nvSpPr>
        <p:spPr/>
        <p:txBody>
          <a:bodyPr/>
          <a:lstStyle/>
          <a:p>
            <a:r>
              <a:rPr lang="en-GB" altLang="ja-JP"/>
              <a:t>© Hitachi Rail Limited 2024. All rights reserved.</a:t>
            </a:r>
            <a:endParaRPr lang="en-US" altLang="ja-JP"/>
          </a:p>
        </p:txBody>
      </p:sp>
      <p:sp>
        <p:nvSpPr>
          <p:cNvPr id="9" name="Slide Number Placeholder 8">
            <a:extLst>
              <a:ext uri="{FF2B5EF4-FFF2-40B4-BE49-F238E27FC236}">
                <a16:creationId xmlns:a16="http://schemas.microsoft.com/office/drawing/2014/main" id="{BF790C9D-D9C9-5F74-40CB-8C76E92C2AB2}"/>
              </a:ext>
            </a:extLst>
          </p:cNvPr>
          <p:cNvSpPr>
            <a:spLocks noGrp="1"/>
          </p:cNvSpPr>
          <p:nvPr>
            <p:ph type="sldNum" sz="quarter" idx="15"/>
          </p:nvPr>
        </p:nvSpPr>
        <p:spPr/>
        <p:txBody>
          <a:bodyPr/>
          <a:lstStyle/>
          <a:p>
            <a:fld id="{BD5A2AE7-DD7B-40D6-95B5-BB379B136F09}" type="slidenum">
              <a:rPr lang="en-GB" smtClean="0"/>
              <a:pPr/>
              <a:t>‹#›</a:t>
            </a:fld>
            <a:endParaRPr lang="en-GB"/>
          </a:p>
        </p:txBody>
      </p:sp>
      <p:sp>
        <p:nvSpPr>
          <p:cNvPr id="11" name="Title 10">
            <a:extLst>
              <a:ext uri="{FF2B5EF4-FFF2-40B4-BE49-F238E27FC236}">
                <a16:creationId xmlns:a16="http://schemas.microsoft.com/office/drawing/2014/main" id="{0BD850D5-FF4D-CA81-3B1E-E429B0205790}"/>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1999709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Inners - 2 Columns_2 Images Right">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D4DBDE4-CACB-4001-90D2-85C7219E72EF}"/>
              </a:ext>
            </a:extLst>
          </p:cNvPr>
          <p:cNvSpPr>
            <a:spLocks noGrp="1"/>
          </p:cNvSpPr>
          <p:nvPr>
            <p:ph type="pic" sz="quarter" idx="12" hasCustomPrompt="1"/>
          </p:nvPr>
        </p:nvSpPr>
        <p:spPr>
          <a:xfrm>
            <a:off x="6275391" y="1233489"/>
            <a:ext cx="5616575" cy="2442966"/>
          </a:xfrm>
          <a:prstGeom prst="rect">
            <a:avLst/>
          </a:prstGeom>
          <a:solidFill>
            <a:schemeClr val="bg1">
              <a:lumMod val="95000"/>
            </a:schemeClr>
          </a:solidFill>
          <a:ln>
            <a:noFill/>
          </a:ln>
        </p:spPr>
        <p:txBody>
          <a:bodyPr anchor="ctr"/>
          <a:lstStyle>
            <a:lvl1pPr marL="0" indent="0" algn="ctr">
              <a:buNone/>
              <a:defRPr sz="2000">
                <a:solidFill>
                  <a:schemeClr val="accent1"/>
                </a:solidFill>
              </a:defRPr>
            </a:lvl1pPr>
          </a:lstStyle>
          <a:p>
            <a:r>
              <a:rPr lang="en-US"/>
              <a:t>Click to insert picture</a:t>
            </a:r>
          </a:p>
        </p:txBody>
      </p:sp>
      <p:sp>
        <p:nvSpPr>
          <p:cNvPr id="12" name="Picture Placeholder 4">
            <a:extLst>
              <a:ext uri="{FF2B5EF4-FFF2-40B4-BE49-F238E27FC236}">
                <a16:creationId xmlns:a16="http://schemas.microsoft.com/office/drawing/2014/main" id="{B7316061-D675-3B9D-350C-F46996A8BF2F}"/>
              </a:ext>
            </a:extLst>
          </p:cNvPr>
          <p:cNvSpPr>
            <a:spLocks noGrp="1"/>
          </p:cNvSpPr>
          <p:nvPr>
            <p:ph type="pic" sz="quarter" idx="13" hasCustomPrompt="1"/>
          </p:nvPr>
        </p:nvSpPr>
        <p:spPr>
          <a:xfrm>
            <a:off x="6275390" y="3865759"/>
            <a:ext cx="5616575" cy="2442966"/>
          </a:xfrm>
          <a:prstGeom prst="rect">
            <a:avLst/>
          </a:prstGeom>
          <a:solidFill>
            <a:schemeClr val="bg1">
              <a:lumMod val="95000"/>
            </a:schemeClr>
          </a:solidFill>
          <a:ln>
            <a:noFill/>
          </a:ln>
        </p:spPr>
        <p:txBody>
          <a:bodyPr anchor="ctr"/>
          <a:lstStyle>
            <a:lvl1pPr marL="0" indent="0" algn="ctr">
              <a:buNone/>
              <a:defRPr sz="2000">
                <a:solidFill>
                  <a:schemeClr val="accent1"/>
                </a:solidFill>
              </a:defRPr>
            </a:lvl1pPr>
          </a:lstStyle>
          <a:p>
            <a:r>
              <a:rPr lang="en-US"/>
              <a:t>Click to insert picture</a:t>
            </a:r>
          </a:p>
        </p:txBody>
      </p:sp>
      <p:sp>
        <p:nvSpPr>
          <p:cNvPr id="2" name="Title 1">
            <a:extLst>
              <a:ext uri="{FF2B5EF4-FFF2-40B4-BE49-F238E27FC236}">
                <a16:creationId xmlns:a16="http://schemas.microsoft.com/office/drawing/2014/main" id="{3CDFE342-549A-6561-5CF6-D90D0E7CAA2C}"/>
              </a:ext>
            </a:extLst>
          </p:cNvPr>
          <p:cNvSpPr>
            <a:spLocks noGrp="1"/>
          </p:cNvSpPr>
          <p:nvPr>
            <p:ph type="title"/>
          </p:nvPr>
        </p:nvSpPr>
        <p:spPr/>
        <p:txBody>
          <a:bodyPr/>
          <a:lstStyle/>
          <a:p>
            <a:r>
              <a:rPr lang="en-US"/>
              <a:t>Click to edit Master title style</a:t>
            </a:r>
            <a:endParaRPr lang="en-GB"/>
          </a:p>
        </p:txBody>
      </p:sp>
      <p:sp>
        <p:nvSpPr>
          <p:cNvPr id="7" name="Text Placeholder 5">
            <a:extLst>
              <a:ext uri="{FF2B5EF4-FFF2-40B4-BE49-F238E27FC236}">
                <a16:creationId xmlns:a16="http://schemas.microsoft.com/office/drawing/2014/main" id="{4D834B8B-266F-051B-9F86-784D66DD0C04}"/>
              </a:ext>
            </a:extLst>
          </p:cNvPr>
          <p:cNvSpPr>
            <a:spLocks noGrp="1"/>
          </p:cNvSpPr>
          <p:nvPr>
            <p:ph type="body" sz="quarter" idx="14"/>
          </p:nvPr>
        </p:nvSpPr>
        <p:spPr>
          <a:xfrm>
            <a:off x="300038" y="1233488"/>
            <a:ext cx="5616575"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9" name="Footer Placeholder 8">
            <a:extLst>
              <a:ext uri="{FF2B5EF4-FFF2-40B4-BE49-F238E27FC236}">
                <a16:creationId xmlns:a16="http://schemas.microsoft.com/office/drawing/2014/main" id="{3D0C5EAE-41E4-CF46-C2EA-C5A96C50964F}"/>
              </a:ext>
            </a:extLst>
          </p:cNvPr>
          <p:cNvSpPr>
            <a:spLocks noGrp="1"/>
          </p:cNvSpPr>
          <p:nvPr>
            <p:ph type="ftr" sz="quarter" idx="15"/>
          </p:nvPr>
        </p:nvSpPr>
        <p:spPr/>
        <p:txBody>
          <a:bodyPr/>
          <a:lstStyle/>
          <a:p>
            <a:r>
              <a:rPr lang="en-GB" altLang="ja-JP"/>
              <a:t>© Hitachi Rail Limited 2024. All rights reserved.</a:t>
            </a:r>
            <a:endParaRPr lang="en-US" altLang="ja-JP"/>
          </a:p>
        </p:txBody>
      </p:sp>
      <p:sp>
        <p:nvSpPr>
          <p:cNvPr id="10" name="Slide Number Placeholder 9">
            <a:extLst>
              <a:ext uri="{FF2B5EF4-FFF2-40B4-BE49-F238E27FC236}">
                <a16:creationId xmlns:a16="http://schemas.microsoft.com/office/drawing/2014/main" id="{DB02C889-8127-28EC-EB46-0C484CA6A16D}"/>
              </a:ext>
            </a:extLst>
          </p:cNvPr>
          <p:cNvSpPr>
            <a:spLocks noGrp="1"/>
          </p:cNvSpPr>
          <p:nvPr>
            <p:ph type="sldNum" sz="quarter" idx="16"/>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23117972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Inners - 1 Column_Graph">
    <p:spTree>
      <p:nvGrpSpPr>
        <p:cNvPr id="1" name=""/>
        <p:cNvGrpSpPr/>
        <p:nvPr/>
      </p:nvGrpSpPr>
      <p:grpSpPr>
        <a:xfrm>
          <a:off x="0" y="0"/>
          <a:ext cx="0" cy="0"/>
          <a:chOff x="0" y="0"/>
          <a:chExt cx="0" cy="0"/>
        </a:xfrm>
      </p:grpSpPr>
      <p:sp>
        <p:nvSpPr>
          <p:cNvPr id="3" name="Chart Placeholder 2">
            <a:extLst>
              <a:ext uri="{FF2B5EF4-FFF2-40B4-BE49-F238E27FC236}">
                <a16:creationId xmlns:a16="http://schemas.microsoft.com/office/drawing/2014/main" id="{1327E624-4A6C-BF74-2BB9-83881468D103}"/>
              </a:ext>
            </a:extLst>
          </p:cNvPr>
          <p:cNvSpPr>
            <a:spLocks noGrp="1"/>
          </p:cNvSpPr>
          <p:nvPr>
            <p:ph type="chart" sz="quarter" idx="12" hasCustomPrompt="1"/>
          </p:nvPr>
        </p:nvSpPr>
        <p:spPr>
          <a:xfrm>
            <a:off x="300038" y="1233488"/>
            <a:ext cx="11591925" cy="5075237"/>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insert graph</a:t>
            </a:r>
          </a:p>
        </p:txBody>
      </p:sp>
      <p:sp>
        <p:nvSpPr>
          <p:cNvPr id="2" name="Title 1">
            <a:extLst>
              <a:ext uri="{FF2B5EF4-FFF2-40B4-BE49-F238E27FC236}">
                <a16:creationId xmlns:a16="http://schemas.microsoft.com/office/drawing/2014/main" id="{C9652CEC-9F82-F940-3609-D9081C38B829}"/>
              </a:ext>
            </a:extLst>
          </p:cNvPr>
          <p:cNvSpPr>
            <a:spLocks noGrp="1"/>
          </p:cNvSpPr>
          <p:nvPr>
            <p:ph type="title"/>
          </p:nvPr>
        </p:nvSpPr>
        <p:spPr/>
        <p:txBody>
          <a:bodyPr/>
          <a:lstStyle/>
          <a:p>
            <a:r>
              <a:rPr lang="en-US"/>
              <a:t>Click to edit Master title style</a:t>
            </a:r>
            <a:endParaRPr lang="en-GB"/>
          </a:p>
        </p:txBody>
      </p:sp>
      <p:sp>
        <p:nvSpPr>
          <p:cNvPr id="7" name="Footer Placeholder 6">
            <a:extLst>
              <a:ext uri="{FF2B5EF4-FFF2-40B4-BE49-F238E27FC236}">
                <a16:creationId xmlns:a16="http://schemas.microsoft.com/office/drawing/2014/main" id="{0A4E4F02-2BEE-6977-F910-063F18F59098}"/>
              </a:ext>
            </a:extLst>
          </p:cNvPr>
          <p:cNvSpPr>
            <a:spLocks noGrp="1"/>
          </p:cNvSpPr>
          <p:nvPr>
            <p:ph type="ftr" sz="quarter" idx="13"/>
          </p:nvPr>
        </p:nvSpPr>
        <p:spPr/>
        <p:txBody>
          <a:bodyPr/>
          <a:lstStyle/>
          <a:p>
            <a:r>
              <a:rPr lang="en-GB" altLang="ja-JP"/>
              <a:t>© Hitachi Rail Limited 2024. All rights reserved.</a:t>
            </a:r>
            <a:endParaRPr lang="en-US" altLang="ja-JP"/>
          </a:p>
        </p:txBody>
      </p:sp>
      <p:sp>
        <p:nvSpPr>
          <p:cNvPr id="9" name="Slide Number Placeholder 8">
            <a:extLst>
              <a:ext uri="{FF2B5EF4-FFF2-40B4-BE49-F238E27FC236}">
                <a16:creationId xmlns:a16="http://schemas.microsoft.com/office/drawing/2014/main" id="{51FFB874-8264-6A2F-22A8-270D808F7550}"/>
              </a:ext>
            </a:extLst>
          </p:cNvPr>
          <p:cNvSpPr>
            <a:spLocks noGrp="1"/>
          </p:cNvSpPr>
          <p:nvPr>
            <p:ph type="sldNum" sz="quarter" idx="14"/>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4780851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Inners - 2 Columns_Graph Left">
    <p:spTree>
      <p:nvGrpSpPr>
        <p:cNvPr id="1" name=""/>
        <p:cNvGrpSpPr/>
        <p:nvPr/>
      </p:nvGrpSpPr>
      <p:grpSpPr>
        <a:xfrm>
          <a:off x="0" y="0"/>
          <a:ext cx="0" cy="0"/>
          <a:chOff x="0" y="0"/>
          <a:chExt cx="0" cy="0"/>
        </a:xfrm>
      </p:grpSpPr>
      <p:sp>
        <p:nvSpPr>
          <p:cNvPr id="3" name="Chart Placeholder 2">
            <a:extLst>
              <a:ext uri="{FF2B5EF4-FFF2-40B4-BE49-F238E27FC236}">
                <a16:creationId xmlns:a16="http://schemas.microsoft.com/office/drawing/2014/main" id="{1327E624-4A6C-BF74-2BB9-83881468D103}"/>
              </a:ext>
            </a:extLst>
          </p:cNvPr>
          <p:cNvSpPr>
            <a:spLocks noGrp="1"/>
          </p:cNvSpPr>
          <p:nvPr>
            <p:ph type="chart" sz="quarter" idx="12" hasCustomPrompt="1"/>
          </p:nvPr>
        </p:nvSpPr>
        <p:spPr>
          <a:xfrm>
            <a:off x="300038" y="1233488"/>
            <a:ext cx="5616575" cy="5075237"/>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insert graph</a:t>
            </a:r>
          </a:p>
        </p:txBody>
      </p:sp>
      <p:sp>
        <p:nvSpPr>
          <p:cNvPr id="2" name="Footer Placeholder 1">
            <a:extLst>
              <a:ext uri="{FF2B5EF4-FFF2-40B4-BE49-F238E27FC236}">
                <a16:creationId xmlns:a16="http://schemas.microsoft.com/office/drawing/2014/main" id="{4F50CD80-1927-2636-2AA9-DF3EEA208241}"/>
              </a:ext>
            </a:extLst>
          </p:cNvPr>
          <p:cNvSpPr>
            <a:spLocks noGrp="1"/>
          </p:cNvSpPr>
          <p:nvPr>
            <p:ph type="ftr" sz="quarter" idx="13"/>
          </p:nvPr>
        </p:nvSpPr>
        <p:spPr/>
        <p:txBody>
          <a:bodyPr/>
          <a:lstStyle/>
          <a:p>
            <a:r>
              <a:rPr lang="en-GB" altLang="ja-JP"/>
              <a:t>© Hitachi Rail Limited 2024. All rights reserved.</a:t>
            </a:r>
            <a:endParaRPr lang="en-US" altLang="ja-JP"/>
          </a:p>
        </p:txBody>
      </p:sp>
      <p:sp>
        <p:nvSpPr>
          <p:cNvPr id="7" name="Slide Number Placeholder 6">
            <a:extLst>
              <a:ext uri="{FF2B5EF4-FFF2-40B4-BE49-F238E27FC236}">
                <a16:creationId xmlns:a16="http://schemas.microsoft.com/office/drawing/2014/main" id="{5AA4B8FC-EFCE-8CA6-4D37-0C9DD3983403}"/>
              </a:ext>
            </a:extLst>
          </p:cNvPr>
          <p:cNvSpPr>
            <a:spLocks noGrp="1"/>
          </p:cNvSpPr>
          <p:nvPr>
            <p:ph type="sldNum" sz="quarter" idx="14"/>
          </p:nvPr>
        </p:nvSpPr>
        <p:spPr/>
        <p:txBody>
          <a:bodyPr/>
          <a:lstStyle/>
          <a:p>
            <a:fld id="{BD5A2AE7-DD7B-40D6-95B5-BB379B136F09}" type="slidenum">
              <a:rPr lang="en-GB" smtClean="0"/>
              <a:pPr/>
              <a:t>‹#›</a:t>
            </a:fld>
            <a:endParaRPr lang="en-GB"/>
          </a:p>
        </p:txBody>
      </p:sp>
      <p:sp>
        <p:nvSpPr>
          <p:cNvPr id="10" name="Title 9">
            <a:extLst>
              <a:ext uri="{FF2B5EF4-FFF2-40B4-BE49-F238E27FC236}">
                <a16:creationId xmlns:a16="http://schemas.microsoft.com/office/drawing/2014/main" id="{521CF6AB-B2C6-82D0-BCDA-C9B334936694}"/>
              </a:ext>
            </a:extLst>
          </p:cNvPr>
          <p:cNvSpPr>
            <a:spLocks noGrp="1"/>
          </p:cNvSpPr>
          <p:nvPr>
            <p:ph type="title"/>
          </p:nvPr>
        </p:nvSpPr>
        <p:spPr/>
        <p:txBody>
          <a:bodyPr/>
          <a:lstStyle/>
          <a:p>
            <a:r>
              <a:rPr lang="en-US"/>
              <a:t>Click to edit Master title style</a:t>
            </a:r>
            <a:endParaRPr lang="en-GB"/>
          </a:p>
        </p:txBody>
      </p:sp>
      <p:sp>
        <p:nvSpPr>
          <p:cNvPr id="11" name="Text Placeholder 5">
            <a:extLst>
              <a:ext uri="{FF2B5EF4-FFF2-40B4-BE49-F238E27FC236}">
                <a16:creationId xmlns:a16="http://schemas.microsoft.com/office/drawing/2014/main" id="{C4AB1C60-7CAC-22D8-6840-01DA49E6462D}"/>
              </a:ext>
            </a:extLst>
          </p:cNvPr>
          <p:cNvSpPr>
            <a:spLocks noGrp="1"/>
          </p:cNvSpPr>
          <p:nvPr>
            <p:ph type="body" sz="quarter" idx="15"/>
          </p:nvPr>
        </p:nvSpPr>
        <p:spPr>
          <a:xfrm>
            <a:off x="6187041" y="1233488"/>
            <a:ext cx="5704921"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27827932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Inners - 2 Columns_Graph Right">
    <p:spTree>
      <p:nvGrpSpPr>
        <p:cNvPr id="1" name=""/>
        <p:cNvGrpSpPr/>
        <p:nvPr/>
      </p:nvGrpSpPr>
      <p:grpSpPr>
        <a:xfrm>
          <a:off x="0" y="0"/>
          <a:ext cx="0" cy="0"/>
          <a:chOff x="0" y="0"/>
          <a:chExt cx="0" cy="0"/>
        </a:xfrm>
      </p:grpSpPr>
      <p:sp>
        <p:nvSpPr>
          <p:cNvPr id="12" name="Chart Placeholder 2">
            <a:extLst>
              <a:ext uri="{FF2B5EF4-FFF2-40B4-BE49-F238E27FC236}">
                <a16:creationId xmlns:a16="http://schemas.microsoft.com/office/drawing/2014/main" id="{711D0EC8-3274-54D4-4C64-9579D0ECCEC4}"/>
              </a:ext>
            </a:extLst>
          </p:cNvPr>
          <p:cNvSpPr>
            <a:spLocks noGrp="1"/>
          </p:cNvSpPr>
          <p:nvPr>
            <p:ph type="chart" sz="quarter" idx="12" hasCustomPrompt="1"/>
          </p:nvPr>
        </p:nvSpPr>
        <p:spPr>
          <a:xfrm>
            <a:off x="6275389" y="1233488"/>
            <a:ext cx="5616575" cy="5075237"/>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insert graph</a:t>
            </a:r>
          </a:p>
        </p:txBody>
      </p:sp>
      <p:sp>
        <p:nvSpPr>
          <p:cNvPr id="2" name="Text Placeholder 5">
            <a:extLst>
              <a:ext uri="{FF2B5EF4-FFF2-40B4-BE49-F238E27FC236}">
                <a16:creationId xmlns:a16="http://schemas.microsoft.com/office/drawing/2014/main" id="{F2EAE93D-55C8-49B1-5A8B-E95CF9D9F797}"/>
              </a:ext>
            </a:extLst>
          </p:cNvPr>
          <p:cNvSpPr>
            <a:spLocks noGrp="1"/>
          </p:cNvSpPr>
          <p:nvPr>
            <p:ph type="body" sz="quarter" idx="14"/>
          </p:nvPr>
        </p:nvSpPr>
        <p:spPr>
          <a:xfrm>
            <a:off x="300038" y="1233488"/>
            <a:ext cx="5616575"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DEE0277A-9C49-A2FB-66DB-1095DDA28A9F}"/>
              </a:ext>
            </a:extLst>
          </p:cNvPr>
          <p:cNvSpPr>
            <a:spLocks noGrp="1"/>
          </p:cNvSpPr>
          <p:nvPr>
            <p:ph type="title"/>
          </p:nvPr>
        </p:nvSpPr>
        <p:spPr/>
        <p:txBody>
          <a:bodyPr/>
          <a:lstStyle/>
          <a:p>
            <a:r>
              <a:rPr lang="en-US"/>
              <a:t>Click to edit Master title style</a:t>
            </a:r>
            <a:endParaRPr lang="en-GB"/>
          </a:p>
        </p:txBody>
      </p:sp>
      <p:sp>
        <p:nvSpPr>
          <p:cNvPr id="8" name="Footer Placeholder 7">
            <a:extLst>
              <a:ext uri="{FF2B5EF4-FFF2-40B4-BE49-F238E27FC236}">
                <a16:creationId xmlns:a16="http://schemas.microsoft.com/office/drawing/2014/main" id="{4C3B804F-888B-6904-7A7B-713F00D2C368}"/>
              </a:ext>
            </a:extLst>
          </p:cNvPr>
          <p:cNvSpPr>
            <a:spLocks noGrp="1"/>
          </p:cNvSpPr>
          <p:nvPr>
            <p:ph type="ftr" sz="quarter" idx="15"/>
          </p:nvPr>
        </p:nvSpPr>
        <p:spPr/>
        <p:txBody>
          <a:bodyPr/>
          <a:lstStyle/>
          <a:p>
            <a:r>
              <a:rPr lang="en-GB" altLang="ja-JP"/>
              <a:t>© Hitachi Rail Limited 2024. All rights reserved.</a:t>
            </a:r>
            <a:endParaRPr lang="en-US" altLang="ja-JP"/>
          </a:p>
        </p:txBody>
      </p:sp>
      <p:sp>
        <p:nvSpPr>
          <p:cNvPr id="9" name="Slide Number Placeholder 8">
            <a:extLst>
              <a:ext uri="{FF2B5EF4-FFF2-40B4-BE49-F238E27FC236}">
                <a16:creationId xmlns:a16="http://schemas.microsoft.com/office/drawing/2014/main" id="{4327B102-0BC4-CABF-9048-48DBBE682B23}"/>
              </a:ext>
            </a:extLst>
          </p:cNvPr>
          <p:cNvSpPr>
            <a:spLocks noGrp="1"/>
          </p:cNvSpPr>
          <p:nvPr>
            <p:ph type="sldNum" sz="quarter" idx="16"/>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270810328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Inners - 1 Columns_Table">
    <p:spTree>
      <p:nvGrpSpPr>
        <p:cNvPr id="1" name=""/>
        <p:cNvGrpSpPr/>
        <p:nvPr/>
      </p:nvGrpSpPr>
      <p:grpSpPr>
        <a:xfrm>
          <a:off x="0" y="0"/>
          <a:ext cx="0" cy="0"/>
          <a:chOff x="0" y="0"/>
          <a:chExt cx="0" cy="0"/>
        </a:xfrm>
      </p:grpSpPr>
      <p:sp>
        <p:nvSpPr>
          <p:cNvPr id="4" name="Table Placeholder 3">
            <a:extLst>
              <a:ext uri="{FF2B5EF4-FFF2-40B4-BE49-F238E27FC236}">
                <a16:creationId xmlns:a16="http://schemas.microsoft.com/office/drawing/2014/main" id="{54BD61F2-CA32-4FBE-479A-08E415E167F8}"/>
              </a:ext>
            </a:extLst>
          </p:cNvPr>
          <p:cNvSpPr>
            <a:spLocks noGrp="1"/>
          </p:cNvSpPr>
          <p:nvPr>
            <p:ph type="tbl" sz="quarter" idx="12" hasCustomPrompt="1"/>
          </p:nvPr>
        </p:nvSpPr>
        <p:spPr>
          <a:xfrm>
            <a:off x="300038" y="1233488"/>
            <a:ext cx="11591925" cy="5075237"/>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insert table</a:t>
            </a:r>
          </a:p>
        </p:txBody>
      </p:sp>
      <p:sp>
        <p:nvSpPr>
          <p:cNvPr id="2" name="Footer Placeholder 1">
            <a:extLst>
              <a:ext uri="{FF2B5EF4-FFF2-40B4-BE49-F238E27FC236}">
                <a16:creationId xmlns:a16="http://schemas.microsoft.com/office/drawing/2014/main" id="{4FD02867-FA8F-A355-EA39-18DA22D8E8F0}"/>
              </a:ext>
            </a:extLst>
          </p:cNvPr>
          <p:cNvSpPr>
            <a:spLocks noGrp="1"/>
          </p:cNvSpPr>
          <p:nvPr>
            <p:ph type="ftr" sz="quarter" idx="13"/>
          </p:nvPr>
        </p:nvSpPr>
        <p:spPr/>
        <p:txBody>
          <a:bodyPr/>
          <a:lstStyle/>
          <a:p>
            <a:r>
              <a:rPr lang="en-GB" altLang="ja-JP"/>
              <a:t>© Hitachi Rail Limited 2024. All rights reserved.</a:t>
            </a:r>
            <a:endParaRPr lang="en-US" altLang="ja-JP"/>
          </a:p>
        </p:txBody>
      </p:sp>
      <p:sp>
        <p:nvSpPr>
          <p:cNvPr id="7" name="Slide Number Placeholder 6">
            <a:extLst>
              <a:ext uri="{FF2B5EF4-FFF2-40B4-BE49-F238E27FC236}">
                <a16:creationId xmlns:a16="http://schemas.microsoft.com/office/drawing/2014/main" id="{3100A6B5-1B55-32EE-8439-716F888DB826}"/>
              </a:ext>
            </a:extLst>
          </p:cNvPr>
          <p:cNvSpPr>
            <a:spLocks noGrp="1"/>
          </p:cNvSpPr>
          <p:nvPr>
            <p:ph type="sldNum" sz="quarter" idx="14"/>
          </p:nvPr>
        </p:nvSpPr>
        <p:spPr/>
        <p:txBody>
          <a:bodyPr/>
          <a:lstStyle/>
          <a:p>
            <a:fld id="{BD5A2AE7-DD7B-40D6-95B5-BB379B136F09}" type="slidenum">
              <a:rPr lang="en-GB" smtClean="0"/>
              <a:pPr/>
              <a:t>‹#›</a:t>
            </a:fld>
            <a:endParaRPr lang="en-GB"/>
          </a:p>
        </p:txBody>
      </p:sp>
      <p:sp>
        <p:nvSpPr>
          <p:cNvPr id="9" name="Title 8">
            <a:extLst>
              <a:ext uri="{FF2B5EF4-FFF2-40B4-BE49-F238E27FC236}">
                <a16:creationId xmlns:a16="http://schemas.microsoft.com/office/drawing/2014/main" id="{6C0448E8-3C7C-D3AA-5C69-ACFCECA853F1}"/>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2864293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userDrawn="1">
  <p:cSld name="Inners - 2 Columns_Table Left">
    <p:spTree>
      <p:nvGrpSpPr>
        <p:cNvPr id="1" name=""/>
        <p:cNvGrpSpPr/>
        <p:nvPr/>
      </p:nvGrpSpPr>
      <p:grpSpPr>
        <a:xfrm>
          <a:off x="0" y="0"/>
          <a:ext cx="0" cy="0"/>
          <a:chOff x="0" y="0"/>
          <a:chExt cx="0" cy="0"/>
        </a:xfrm>
      </p:grpSpPr>
      <p:sp>
        <p:nvSpPr>
          <p:cNvPr id="4" name="Table Placeholder 3">
            <a:extLst>
              <a:ext uri="{FF2B5EF4-FFF2-40B4-BE49-F238E27FC236}">
                <a16:creationId xmlns:a16="http://schemas.microsoft.com/office/drawing/2014/main" id="{54BD61F2-CA32-4FBE-479A-08E415E167F8}"/>
              </a:ext>
            </a:extLst>
          </p:cNvPr>
          <p:cNvSpPr>
            <a:spLocks noGrp="1"/>
          </p:cNvSpPr>
          <p:nvPr>
            <p:ph type="tbl" sz="quarter" idx="12" hasCustomPrompt="1"/>
          </p:nvPr>
        </p:nvSpPr>
        <p:spPr>
          <a:xfrm>
            <a:off x="300038" y="1233488"/>
            <a:ext cx="5616575" cy="5075237"/>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insert table</a:t>
            </a:r>
          </a:p>
        </p:txBody>
      </p:sp>
      <p:sp>
        <p:nvSpPr>
          <p:cNvPr id="2" name="Text Placeholder 5">
            <a:extLst>
              <a:ext uri="{FF2B5EF4-FFF2-40B4-BE49-F238E27FC236}">
                <a16:creationId xmlns:a16="http://schemas.microsoft.com/office/drawing/2014/main" id="{A7685548-2227-ADB8-9100-8DC9121C03E9}"/>
              </a:ext>
            </a:extLst>
          </p:cNvPr>
          <p:cNvSpPr>
            <a:spLocks noGrp="1"/>
          </p:cNvSpPr>
          <p:nvPr>
            <p:ph type="body" sz="quarter" idx="15"/>
          </p:nvPr>
        </p:nvSpPr>
        <p:spPr>
          <a:xfrm>
            <a:off x="6187041" y="1233488"/>
            <a:ext cx="5704921"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Title 6">
            <a:extLst>
              <a:ext uri="{FF2B5EF4-FFF2-40B4-BE49-F238E27FC236}">
                <a16:creationId xmlns:a16="http://schemas.microsoft.com/office/drawing/2014/main" id="{5653436F-7BB5-8456-7F75-61199E300D42}"/>
              </a:ext>
            </a:extLst>
          </p:cNvPr>
          <p:cNvSpPr>
            <a:spLocks noGrp="1"/>
          </p:cNvSpPr>
          <p:nvPr>
            <p:ph type="title"/>
          </p:nvPr>
        </p:nvSpPr>
        <p:spPr/>
        <p:txBody>
          <a:bodyPr/>
          <a:lstStyle/>
          <a:p>
            <a:r>
              <a:rPr lang="en-US"/>
              <a:t>Click to edit Master title style</a:t>
            </a:r>
            <a:endParaRPr lang="en-GB"/>
          </a:p>
        </p:txBody>
      </p:sp>
      <p:sp>
        <p:nvSpPr>
          <p:cNvPr id="9" name="Footer Placeholder 8">
            <a:extLst>
              <a:ext uri="{FF2B5EF4-FFF2-40B4-BE49-F238E27FC236}">
                <a16:creationId xmlns:a16="http://schemas.microsoft.com/office/drawing/2014/main" id="{040945E6-D93F-A148-CCE3-22A10F42F2E0}"/>
              </a:ext>
            </a:extLst>
          </p:cNvPr>
          <p:cNvSpPr>
            <a:spLocks noGrp="1"/>
          </p:cNvSpPr>
          <p:nvPr>
            <p:ph type="ftr" sz="quarter" idx="16"/>
          </p:nvPr>
        </p:nvSpPr>
        <p:spPr/>
        <p:txBody>
          <a:bodyPr/>
          <a:lstStyle/>
          <a:p>
            <a:r>
              <a:rPr lang="en-GB" altLang="ja-JP"/>
              <a:t>© Hitachi Rail Limited 2024. All rights reserved.</a:t>
            </a:r>
            <a:endParaRPr lang="en-US" altLang="ja-JP"/>
          </a:p>
        </p:txBody>
      </p:sp>
      <p:sp>
        <p:nvSpPr>
          <p:cNvPr id="10" name="Slide Number Placeholder 9">
            <a:extLst>
              <a:ext uri="{FF2B5EF4-FFF2-40B4-BE49-F238E27FC236}">
                <a16:creationId xmlns:a16="http://schemas.microsoft.com/office/drawing/2014/main" id="{FF913953-A4AA-B0A9-9334-1F998D3F9352}"/>
              </a:ext>
            </a:extLst>
          </p:cNvPr>
          <p:cNvSpPr>
            <a:spLocks noGrp="1"/>
          </p:cNvSpPr>
          <p:nvPr>
            <p:ph type="sldNum" sz="quarter" idx="17"/>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14349295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Inners - 2 Columns_Table Right">
    <p:spTree>
      <p:nvGrpSpPr>
        <p:cNvPr id="1" name=""/>
        <p:cNvGrpSpPr/>
        <p:nvPr/>
      </p:nvGrpSpPr>
      <p:grpSpPr>
        <a:xfrm>
          <a:off x="0" y="0"/>
          <a:ext cx="0" cy="0"/>
          <a:chOff x="0" y="0"/>
          <a:chExt cx="0" cy="0"/>
        </a:xfrm>
      </p:grpSpPr>
      <p:sp>
        <p:nvSpPr>
          <p:cNvPr id="14" name="Table Placeholder 3">
            <a:extLst>
              <a:ext uri="{FF2B5EF4-FFF2-40B4-BE49-F238E27FC236}">
                <a16:creationId xmlns:a16="http://schemas.microsoft.com/office/drawing/2014/main" id="{C2FEAF17-3CD8-0E09-B701-CA5CF2D7A7FA}"/>
              </a:ext>
            </a:extLst>
          </p:cNvPr>
          <p:cNvSpPr>
            <a:spLocks noGrp="1"/>
          </p:cNvSpPr>
          <p:nvPr>
            <p:ph type="tbl" sz="quarter" idx="13" hasCustomPrompt="1"/>
          </p:nvPr>
        </p:nvSpPr>
        <p:spPr>
          <a:xfrm>
            <a:off x="6275389" y="1233488"/>
            <a:ext cx="5616575" cy="5075237"/>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insert table</a:t>
            </a:r>
          </a:p>
        </p:txBody>
      </p:sp>
      <p:sp>
        <p:nvSpPr>
          <p:cNvPr id="2" name="Text Placeholder 5">
            <a:extLst>
              <a:ext uri="{FF2B5EF4-FFF2-40B4-BE49-F238E27FC236}">
                <a16:creationId xmlns:a16="http://schemas.microsoft.com/office/drawing/2014/main" id="{A2DD1349-3E61-CCA4-61BC-7DF927ACDC69}"/>
              </a:ext>
            </a:extLst>
          </p:cNvPr>
          <p:cNvSpPr>
            <a:spLocks noGrp="1"/>
          </p:cNvSpPr>
          <p:nvPr>
            <p:ph type="body" sz="quarter" idx="14"/>
          </p:nvPr>
        </p:nvSpPr>
        <p:spPr>
          <a:xfrm>
            <a:off x="300038" y="1233488"/>
            <a:ext cx="5616575"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7" name="Footer Placeholder 6">
            <a:extLst>
              <a:ext uri="{FF2B5EF4-FFF2-40B4-BE49-F238E27FC236}">
                <a16:creationId xmlns:a16="http://schemas.microsoft.com/office/drawing/2014/main" id="{45F8C59D-0F52-DA02-FC5D-D38B283A920B}"/>
              </a:ext>
            </a:extLst>
          </p:cNvPr>
          <p:cNvSpPr>
            <a:spLocks noGrp="1"/>
          </p:cNvSpPr>
          <p:nvPr>
            <p:ph type="ftr" sz="quarter" idx="15"/>
          </p:nvPr>
        </p:nvSpPr>
        <p:spPr/>
        <p:txBody>
          <a:bodyPr/>
          <a:lstStyle/>
          <a:p>
            <a:r>
              <a:rPr lang="en-GB" altLang="ja-JP"/>
              <a:t>© Hitachi Rail Limited 2024. All rights reserved.</a:t>
            </a:r>
            <a:endParaRPr lang="en-US" altLang="ja-JP"/>
          </a:p>
        </p:txBody>
      </p:sp>
      <p:sp>
        <p:nvSpPr>
          <p:cNvPr id="8" name="Slide Number Placeholder 7">
            <a:extLst>
              <a:ext uri="{FF2B5EF4-FFF2-40B4-BE49-F238E27FC236}">
                <a16:creationId xmlns:a16="http://schemas.microsoft.com/office/drawing/2014/main" id="{1DDF2AC7-79D9-E83C-C54F-68E39DB0F7C9}"/>
              </a:ext>
            </a:extLst>
          </p:cNvPr>
          <p:cNvSpPr>
            <a:spLocks noGrp="1"/>
          </p:cNvSpPr>
          <p:nvPr>
            <p:ph type="sldNum" sz="quarter" idx="16"/>
          </p:nvPr>
        </p:nvSpPr>
        <p:spPr/>
        <p:txBody>
          <a:bodyPr/>
          <a:lstStyle/>
          <a:p>
            <a:fld id="{BD5A2AE7-DD7B-40D6-95B5-BB379B136F09}" type="slidenum">
              <a:rPr lang="en-GB" smtClean="0"/>
              <a:pPr/>
              <a:t>‹#›</a:t>
            </a:fld>
            <a:endParaRPr lang="en-GB"/>
          </a:p>
        </p:txBody>
      </p:sp>
      <p:sp>
        <p:nvSpPr>
          <p:cNvPr id="9" name="Title 8">
            <a:extLst>
              <a:ext uri="{FF2B5EF4-FFF2-40B4-BE49-F238E27FC236}">
                <a16:creationId xmlns:a16="http://schemas.microsoft.com/office/drawing/2014/main" id="{C4499B3E-D86A-5B93-B721-EC207F0499DD}"/>
              </a:ext>
            </a:extLst>
          </p:cNvPr>
          <p:cNvSpPr>
            <a:spLocks noGrp="1"/>
          </p:cNvSpPr>
          <p:nvPr>
            <p:ph type="title"/>
          </p:nvPr>
        </p:nvSpPr>
        <p:spPr/>
        <p:txBody>
          <a:bodyPr/>
          <a:lstStyle/>
          <a:p>
            <a:r>
              <a:rPr lang="en-US"/>
              <a:t>Click to edit Master title style</a:t>
            </a:r>
            <a:endParaRPr lang="en-GB"/>
          </a:p>
        </p:txBody>
      </p:sp>
    </p:spTree>
    <p:extLst>
      <p:ext uri="{BB962C8B-B14F-4D97-AF65-F5344CB8AC3E}">
        <p14:creationId xmlns:p14="http://schemas.microsoft.com/office/powerpoint/2010/main" val="39083820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userDrawn="1">
  <p:cSld name="Inners - 1 Columns_Video">
    <p:spTree>
      <p:nvGrpSpPr>
        <p:cNvPr id="1" name=""/>
        <p:cNvGrpSpPr/>
        <p:nvPr/>
      </p:nvGrpSpPr>
      <p:grpSpPr>
        <a:xfrm>
          <a:off x="0" y="0"/>
          <a:ext cx="0" cy="0"/>
          <a:chOff x="0" y="0"/>
          <a:chExt cx="0" cy="0"/>
        </a:xfrm>
      </p:grpSpPr>
      <p:sp>
        <p:nvSpPr>
          <p:cNvPr id="3" name="Media Placeholder 2">
            <a:extLst>
              <a:ext uri="{FF2B5EF4-FFF2-40B4-BE49-F238E27FC236}">
                <a16:creationId xmlns:a16="http://schemas.microsoft.com/office/drawing/2014/main" id="{5733EF8B-F520-26D5-80BD-FEF237A8FC75}"/>
              </a:ext>
            </a:extLst>
          </p:cNvPr>
          <p:cNvSpPr>
            <a:spLocks noGrp="1"/>
          </p:cNvSpPr>
          <p:nvPr>
            <p:ph type="media" sz="quarter" idx="11" hasCustomPrompt="1"/>
          </p:nvPr>
        </p:nvSpPr>
        <p:spPr>
          <a:xfrm>
            <a:off x="300038" y="1233488"/>
            <a:ext cx="11591925" cy="5075237"/>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insert video</a:t>
            </a:r>
          </a:p>
        </p:txBody>
      </p:sp>
      <p:sp>
        <p:nvSpPr>
          <p:cNvPr id="2" name="Title 1">
            <a:extLst>
              <a:ext uri="{FF2B5EF4-FFF2-40B4-BE49-F238E27FC236}">
                <a16:creationId xmlns:a16="http://schemas.microsoft.com/office/drawing/2014/main" id="{8C9F06B8-405C-8893-15D7-1C632F99BD25}"/>
              </a:ext>
            </a:extLst>
          </p:cNvPr>
          <p:cNvSpPr>
            <a:spLocks noGrp="1"/>
          </p:cNvSpPr>
          <p:nvPr>
            <p:ph type="title"/>
          </p:nvPr>
        </p:nvSpPr>
        <p:spPr/>
        <p:txBody>
          <a:bodyPr/>
          <a:lstStyle/>
          <a:p>
            <a:r>
              <a:rPr lang="en-US"/>
              <a:t>Click to edit Master title style</a:t>
            </a:r>
            <a:endParaRPr lang="en-GB"/>
          </a:p>
        </p:txBody>
      </p:sp>
      <p:sp>
        <p:nvSpPr>
          <p:cNvPr id="4" name="Footer Placeholder 3">
            <a:extLst>
              <a:ext uri="{FF2B5EF4-FFF2-40B4-BE49-F238E27FC236}">
                <a16:creationId xmlns:a16="http://schemas.microsoft.com/office/drawing/2014/main" id="{AA5C7021-6C39-2B7E-1ADD-2C996FCC8661}"/>
              </a:ext>
            </a:extLst>
          </p:cNvPr>
          <p:cNvSpPr>
            <a:spLocks noGrp="1"/>
          </p:cNvSpPr>
          <p:nvPr>
            <p:ph type="ftr" sz="quarter" idx="12"/>
          </p:nvPr>
        </p:nvSpPr>
        <p:spPr/>
        <p:txBody>
          <a:bodyPr/>
          <a:lstStyle/>
          <a:p>
            <a:r>
              <a:rPr lang="en-GB" altLang="ja-JP"/>
              <a:t>© Hitachi Rail Limited 2024. All rights reserved.</a:t>
            </a:r>
            <a:endParaRPr lang="en-US" altLang="ja-JP"/>
          </a:p>
        </p:txBody>
      </p:sp>
      <p:sp>
        <p:nvSpPr>
          <p:cNvPr id="5" name="Slide Number Placeholder 4">
            <a:extLst>
              <a:ext uri="{FF2B5EF4-FFF2-40B4-BE49-F238E27FC236}">
                <a16:creationId xmlns:a16="http://schemas.microsoft.com/office/drawing/2014/main" id="{FD5C0E8A-781B-079B-585D-9BC2D567749E}"/>
              </a:ext>
            </a:extLst>
          </p:cNvPr>
          <p:cNvSpPr>
            <a:spLocks noGrp="1"/>
          </p:cNvSpPr>
          <p:nvPr>
            <p:ph type="sldNum" sz="quarter" idx="13"/>
          </p:nvPr>
        </p:nvSpPr>
        <p:spPr/>
        <p:txBody>
          <a:bodyPr/>
          <a:lstStyle/>
          <a:p>
            <a:fld id="{BD5A2AE7-DD7B-40D6-95B5-BB379B136F09}" type="slidenum">
              <a:rPr lang="en-GB" smtClean="0"/>
              <a:pPr/>
              <a:t>‹#›</a:t>
            </a:fld>
            <a:endParaRPr lang="en-GB"/>
          </a:p>
        </p:txBody>
      </p:sp>
    </p:spTree>
    <p:extLst>
      <p:ext uri="{BB962C8B-B14F-4D97-AF65-F5344CB8AC3E}">
        <p14:creationId xmlns:p14="http://schemas.microsoft.com/office/powerpoint/2010/main" val="86769636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5" pos="189">
          <p15:clr>
            <a:srgbClr val="C35EA4"/>
          </p15:clr>
        </p15:guide>
        <p15:guide id="6" pos="7491">
          <p15:clr>
            <a:srgbClr val="C35EA4"/>
          </p15:clr>
        </p15:guide>
        <p15:guide id="7" orient="horz" pos="777">
          <p15:clr>
            <a:srgbClr val="C35EA4"/>
          </p15:clr>
        </p15:guide>
        <p15:guide id="8" orient="horz" pos="3974">
          <p15:clr>
            <a:srgbClr val="C35EA4"/>
          </p15:clr>
        </p15:guide>
      </p15:sldGuideLst>
    </p:ext>
  </p:extLst>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userDrawn="1">
  <p:cSld name="Inners - 2 Columns_Video Left">
    <p:spTree>
      <p:nvGrpSpPr>
        <p:cNvPr id="1" name=""/>
        <p:cNvGrpSpPr/>
        <p:nvPr/>
      </p:nvGrpSpPr>
      <p:grpSpPr>
        <a:xfrm>
          <a:off x="0" y="0"/>
          <a:ext cx="0" cy="0"/>
          <a:chOff x="0" y="0"/>
          <a:chExt cx="0" cy="0"/>
        </a:xfrm>
      </p:grpSpPr>
      <p:sp>
        <p:nvSpPr>
          <p:cNvPr id="12" name="Media Placeholder 2">
            <a:extLst>
              <a:ext uri="{FF2B5EF4-FFF2-40B4-BE49-F238E27FC236}">
                <a16:creationId xmlns:a16="http://schemas.microsoft.com/office/drawing/2014/main" id="{B1A4D6C9-0A4E-8432-8973-28EE45DA87EF}"/>
              </a:ext>
            </a:extLst>
          </p:cNvPr>
          <p:cNvSpPr>
            <a:spLocks noGrp="1"/>
          </p:cNvSpPr>
          <p:nvPr>
            <p:ph type="media" sz="quarter" idx="12" hasCustomPrompt="1"/>
          </p:nvPr>
        </p:nvSpPr>
        <p:spPr>
          <a:xfrm>
            <a:off x="300038" y="1233488"/>
            <a:ext cx="5616575" cy="5075237"/>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insert video</a:t>
            </a:r>
          </a:p>
        </p:txBody>
      </p:sp>
      <p:sp>
        <p:nvSpPr>
          <p:cNvPr id="2" name="Footer Placeholder 1">
            <a:extLst>
              <a:ext uri="{FF2B5EF4-FFF2-40B4-BE49-F238E27FC236}">
                <a16:creationId xmlns:a16="http://schemas.microsoft.com/office/drawing/2014/main" id="{D084576F-B1F5-37F7-CF1B-F3822775B11B}"/>
              </a:ext>
            </a:extLst>
          </p:cNvPr>
          <p:cNvSpPr>
            <a:spLocks noGrp="1"/>
          </p:cNvSpPr>
          <p:nvPr>
            <p:ph type="ftr" sz="quarter" idx="13"/>
          </p:nvPr>
        </p:nvSpPr>
        <p:spPr/>
        <p:txBody>
          <a:bodyPr/>
          <a:lstStyle/>
          <a:p>
            <a:r>
              <a:rPr lang="en-GB" altLang="ja-JP"/>
              <a:t>© Hitachi Rail Limited 2024. All rights reserved.</a:t>
            </a:r>
            <a:endParaRPr lang="en-US" altLang="ja-JP"/>
          </a:p>
        </p:txBody>
      </p:sp>
      <p:sp>
        <p:nvSpPr>
          <p:cNvPr id="7" name="Slide Number Placeholder 6">
            <a:extLst>
              <a:ext uri="{FF2B5EF4-FFF2-40B4-BE49-F238E27FC236}">
                <a16:creationId xmlns:a16="http://schemas.microsoft.com/office/drawing/2014/main" id="{6DBEF630-14C4-3990-9672-7AAC0C4B3B47}"/>
              </a:ext>
            </a:extLst>
          </p:cNvPr>
          <p:cNvSpPr>
            <a:spLocks noGrp="1"/>
          </p:cNvSpPr>
          <p:nvPr>
            <p:ph type="sldNum" sz="quarter" idx="14"/>
          </p:nvPr>
        </p:nvSpPr>
        <p:spPr/>
        <p:txBody>
          <a:bodyPr/>
          <a:lstStyle/>
          <a:p>
            <a:fld id="{BD5A2AE7-DD7B-40D6-95B5-BB379B136F09}" type="slidenum">
              <a:rPr lang="en-GB" smtClean="0"/>
              <a:pPr/>
              <a:t>‹#›</a:t>
            </a:fld>
            <a:endParaRPr lang="en-GB"/>
          </a:p>
        </p:txBody>
      </p:sp>
      <p:sp>
        <p:nvSpPr>
          <p:cNvPr id="8" name="Title 7">
            <a:extLst>
              <a:ext uri="{FF2B5EF4-FFF2-40B4-BE49-F238E27FC236}">
                <a16:creationId xmlns:a16="http://schemas.microsoft.com/office/drawing/2014/main" id="{CB4E8263-4C4C-D5D7-ED39-9CD1D6236E30}"/>
              </a:ext>
            </a:extLst>
          </p:cNvPr>
          <p:cNvSpPr>
            <a:spLocks noGrp="1"/>
          </p:cNvSpPr>
          <p:nvPr>
            <p:ph type="title"/>
          </p:nvPr>
        </p:nvSpPr>
        <p:spPr/>
        <p:txBody>
          <a:bodyPr/>
          <a:lstStyle/>
          <a:p>
            <a:r>
              <a:rPr lang="en-US"/>
              <a:t>Click to edit Master title style</a:t>
            </a:r>
            <a:endParaRPr lang="en-GB"/>
          </a:p>
        </p:txBody>
      </p:sp>
      <p:sp>
        <p:nvSpPr>
          <p:cNvPr id="9" name="Text Placeholder 5">
            <a:extLst>
              <a:ext uri="{FF2B5EF4-FFF2-40B4-BE49-F238E27FC236}">
                <a16:creationId xmlns:a16="http://schemas.microsoft.com/office/drawing/2014/main" id="{FD60F1E8-02E2-D3B4-2401-B1F340A1FDCE}"/>
              </a:ext>
            </a:extLst>
          </p:cNvPr>
          <p:cNvSpPr>
            <a:spLocks noGrp="1"/>
          </p:cNvSpPr>
          <p:nvPr>
            <p:ph type="body" sz="quarter" idx="15"/>
          </p:nvPr>
        </p:nvSpPr>
        <p:spPr>
          <a:xfrm>
            <a:off x="6187041" y="1233488"/>
            <a:ext cx="5704921"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4110976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Inners - 2 Columns_Video Right">
    <p:spTree>
      <p:nvGrpSpPr>
        <p:cNvPr id="1" name=""/>
        <p:cNvGrpSpPr/>
        <p:nvPr/>
      </p:nvGrpSpPr>
      <p:grpSpPr>
        <a:xfrm>
          <a:off x="0" y="0"/>
          <a:ext cx="0" cy="0"/>
          <a:chOff x="0" y="0"/>
          <a:chExt cx="0" cy="0"/>
        </a:xfrm>
      </p:grpSpPr>
      <p:sp>
        <p:nvSpPr>
          <p:cNvPr id="12" name="Media Placeholder 2">
            <a:extLst>
              <a:ext uri="{FF2B5EF4-FFF2-40B4-BE49-F238E27FC236}">
                <a16:creationId xmlns:a16="http://schemas.microsoft.com/office/drawing/2014/main" id="{0BF30887-FB71-F730-FF91-46A859F9F839}"/>
              </a:ext>
            </a:extLst>
          </p:cNvPr>
          <p:cNvSpPr>
            <a:spLocks noGrp="1"/>
          </p:cNvSpPr>
          <p:nvPr>
            <p:ph type="media" sz="quarter" idx="12" hasCustomPrompt="1"/>
          </p:nvPr>
        </p:nvSpPr>
        <p:spPr>
          <a:xfrm>
            <a:off x="6275389" y="1233488"/>
            <a:ext cx="5616575" cy="5075237"/>
          </a:xfrm>
          <a:prstGeom prst="rect">
            <a:avLst/>
          </a:prstGeom>
          <a:solidFill>
            <a:schemeClr val="bg1">
              <a:lumMod val="95000"/>
            </a:schemeClr>
          </a:solidFill>
        </p:spPr>
        <p:txBody>
          <a:bodyPr anchor="ctr"/>
          <a:lstStyle>
            <a:lvl1pPr marL="0" indent="0" algn="ctr">
              <a:buNone/>
              <a:defRPr sz="2000">
                <a:solidFill>
                  <a:schemeClr val="accent1"/>
                </a:solidFill>
              </a:defRPr>
            </a:lvl1pPr>
          </a:lstStyle>
          <a:p>
            <a:r>
              <a:rPr lang="en-US"/>
              <a:t>Click to insert video</a:t>
            </a:r>
          </a:p>
        </p:txBody>
      </p:sp>
      <p:sp>
        <p:nvSpPr>
          <p:cNvPr id="2" name="Footer Placeholder 1">
            <a:extLst>
              <a:ext uri="{FF2B5EF4-FFF2-40B4-BE49-F238E27FC236}">
                <a16:creationId xmlns:a16="http://schemas.microsoft.com/office/drawing/2014/main" id="{1A113397-145F-2F4C-EC3C-DAB6890B70B0}"/>
              </a:ext>
            </a:extLst>
          </p:cNvPr>
          <p:cNvSpPr>
            <a:spLocks noGrp="1"/>
          </p:cNvSpPr>
          <p:nvPr>
            <p:ph type="ftr" sz="quarter" idx="13"/>
          </p:nvPr>
        </p:nvSpPr>
        <p:spPr/>
        <p:txBody>
          <a:bodyPr/>
          <a:lstStyle/>
          <a:p>
            <a:r>
              <a:rPr lang="en-GB" altLang="ja-JP"/>
              <a:t>© Hitachi Rail Limited 2024. All rights reserved.</a:t>
            </a:r>
            <a:endParaRPr lang="en-US" altLang="ja-JP"/>
          </a:p>
        </p:txBody>
      </p:sp>
      <p:sp>
        <p:nvSpPr>
          <p:cNvPr id="7" name="Slide Number Placeholder 6">
            <a:extLst>
              <a:ext uri="{FF2B5EF4-FFF2-40B4-BE49-F238E27FC236}">
                <a16:creationId xmlns:a16="http://schemas.microsoft.com/office/drawing/2014/main" id="{2E20B976-D022-BEA9-24F3-0A53B0882DFD}"/>
              </a:ext>
            </a:extLst>
          </p:cNvPr>
          <p:cNvSpPr>
            <a:spLocks noGrp="1"/>
          </p:cNvSpPr>
          <p:nvPr>
            <p:ph type="sldNum" sz="quarter" idx="14"/>
          </p:nvPr>
        </p:nvSpPr>
        <p:spPr/>
        <p:txBody>
          <a:bodyPr/>
          <a:lstStyle/>
          <a:p>
            <a:fld id="{BD5A2AE7-DD7B-40D6-95B5-BB379B136F09}" type="slidenum">
              <a:rPr lang="en-GB" smtClean="0"/>
              <a:pPr/>
              <a:t>‹#›</a:t>
            </a:fld>
            <a:endParaRPr lang="en-GB"/>
          </a:p>
        </p:txBody>
      </p:sp>
      <p:sp>
        <p:nvSpPr>
          <p:cNvPr id="8" name="Title 7">
            <a:extLst>
              <a:ext uri="{FF2B5EF4-FFF2-40B4-BE49-F238E27FC236}">
                <a16:creationId xmlns:a16="http://schemas.microsoft.com/office/drawing/2014/main" id="{50F2999E-185E-5BB6-E342-694B80467FD4}"/>
              </a:ext>
            </a:extLst>
          </p:cNvPr>
          <p:cNvSpPr>
            <a:spLocks noGrp="1"/>
          </p:cNvSpPr>
          <p:nvPr>
            <p:ph type="title"/>
          </p:nvPr>
        </p:nvSpPr>
        <p:spPr/>
        <p:txBody>
          <a:bodyPr/>
          <a:lstStyle/>
          <a:p>
            <a:r>
              <a:rPr lang="en-US"/>
              <a:t>Click to edit Master title style</a:t>
            </a:r>
            <a:endParaRPr lang="en-GB"/>
          </a:p>
        </p:txBody>
      </p:sp>
      <p:sp>
        <p:nvSpPr>
          <p:cNvPr id="9" name="Text Placeholder 5">
            <a:extLst>
              <a:ext uri="{FF2B5EF4-FFF2-40B4-BE49-F238E27FC236}">
                <a16:creationId xmlns:a16="http://schemas.microsoft.com/office/drawing/2014/main" id="{0B57E014-EE31-1414-CA5A-54408BCEFA89}"/>
              </a:ext>
            </a:extLst>
          </p:cNvPr>
          <p:cNvSpPr>
            <a:spLocks noGrp="1"/>
          </p:cNvSpPr>
          <p:nvPr>
            <p:ph type="body" sz="quarter" idx="15"/>
          </p:nvPr>
        </p:nvSpPr>
        <p:spPr>
          <a:xfrm>
            <a:off x="300038" y="1233488"/>
            <a:ext cx="5616575" cy="5075237"/>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Tree>
    <p:extLst>
      <p:ext uri="{BB962C8B-B14F-4D97-AF65-F5344CB8AC3E}">
        <p14:creationId xmlns:p14="http://schemas.microsoft.com/office/powerpoint/2010/main" val="14312041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7" pos="189">
          <p15:clr>
            <a:srgbClr val="C35EA4"/>
          </p15:clr>
        </p15:guide>
        <p15:guide id="8" pos="7491">
          <p15:clr>
            <a:srgbClr val="C35EA4"/>
          </p15:clr>
        </p15:guide>
        <p15:guide id="9" orient="horz" pos="777">
          <p15:clr>
            <a:srgbClr val="C35EA4"/>
          </p15:clr>
        </p15:guide>
        <p15:guide id="10" orient="horz" pos="3974">
          <p15:clr>
            <a:srgbClr val="C35EA4"/>
          </p15:clr>
        </p15:guide>
        <p15:guide id="11" pos="3727">
          <p15:clr>
            <a:srgbClr val="C35EA4"/>
          </p15:clr>
        </p15:guide>
        <p15:guide id="12" pos="3953">
          <p15:clr>
            <a:srgbClr val="C35E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Inners - Thank you">
    <p:spTree>
      <p:nvGrpSpPr>
        <p:cNvPr id="1" name=""/>
        <p:cNvGrpSpPr/>
        <p:nvPr/>
      </p:nvGrpSpPr>
      <p:grpSpPr>
        <a:xfrm>
          <a:off x="0" y="0"/>
          <a:ext cx="0" cy="0"/>
          <a:chOff x="0" y="0"/>
          <a:chExt cx="0" cy="0"/>
        </a:xfrm>
      </p:grpSpPr>
      <p:sp>
        <p:nvSpPr>
          <p:cNvPr id="14" name="Text Placeholder 13">
            <a:extLst>
              <a:ext uri="{FF2B5EF4-FFF2-40B4-BE49-F238E27FC236}">
                <a16:creationId xmlns:a16="http://schemas.microsoft.com/office/drawing/2014/main" id="{42F82AD1-1C4A-134A-5679-1656C128D3C0}"/>
              </a:ext>
            </a:extLst>
          </p:cNvPr>
          <p:cNvSpPr>
            <a:spLocks noGrp="1"/>
          </p:cNvSpPr>
          <p:nvPr>
            <p:ph type="body" sz="quarter" idx="13"/>
          </p:nvPr>
        </p:nvSpPr>
        <p:spPr>
          <a:xfrm>
            <a:off x="2946400" y="2681294"/>
            <a:ext cx="5921375" cy="2705016"/>
          </a:xfrm>
        </p:spPr>
        <p:txBody>
          <a:bodyPr/>
          <a:lstStyle>
            <a:lvl1pPr>
              <a:defRPr>
                <a:solidFill>
                  <a:sysClr val="windowText" lastClr="000000"/>
                </a:solidFill>
              </a:defRPr>
            </a:lvl1pPr>
            <a:lvl2pPr>
              <a:defRPr>
                <a:solidFill>
                  <a:sysClr val="windowText" lastClr="000000"/>
                </a:solidFill>
              </a:defRPr>
            </a:lvl2pPr>
            <a:lvl3pPr>
              <a:defRPr>
                <a:solidFill>
                  <a:sysClr val="windowText" lastClr="000000"/>
                </a:solidFill>
              </a:defRPr>
            </a:lvl3pPr>
            <a:lvl4pPr>
              <a:defRPr>
                <a:solidFill>
                  <a:sysClr val="windowText" lastClr="000000"/>
                </a:solidFill>
              </a:defRPr>
            </a:lvl4pPr>
            <a:lvl5pPr>
              <a:defRPr>
                <a:solidFill>
                  <a:sysClr val="windowText" lastClr="000000"/>
                </a:solidFill>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2" name="Title 1"/>
          <p:cNvSpPr>
            <a:spLocks noGrp="1"/>
          </p:cNvSpPr>
          <p:nvPr>
            <p:ph type="title"/>
          </p:nvPr>
        </p:nvSpPr>
        <p:spPr/>
        <p:txBody>
          <a:bodyPr/>
          <a:lstStyle/>
          <a:p>
            <a:r>
              <a:rPr lang="en-US"/>
              <a:t>Click to edit Master title style</a:t>
            </a:r>
            <a:endParaRPr lang="en-GB"/>
          </a:p>
        </p:txBody>
      </p:sp>
      <p:sp>
        <p:nvSpPr>
          <p:cNvPr id="3" name="Footer Placeholder 2"/>
          <p:cNvSpPr>
            <a:spLocks noGrp="1"/>
          </p:cNvSpPr>
          <p:nvPr>
            <p:ph type="ftr" sz="quarter" idx="10"/>
          </p:nvPr>
        </p:nvSpPr>
        <p:spPr/>
        <p:txBody>
          <a:bodyPr/>
          <a:lstStyle/>
          <a:p>
            <a:r>
              <a:rPr lang="en-GB" altLang="ja-JP"/>
              <a:t>© Hitachi Rail Limited 2024. All rights reserved.</a:t>
            </a:r>
            <a:endParaRPr lang="en-US" altLang="ja-JP"/>
          </a:p>
        </p:txBody>
      </p:sp>
      <p:sp>
        <p:nvSpPr>
          <p:cNvPr id="4" name="Slide Number Placeholder 3"/>
          <p:cNvSpPr>
            <a:spLocks noGrp="1"/>
          </p:cNvSpPr>
          <p:nvPr>
            <p:ph type="sldNum" sz="quarter" idx="11"/>
          </p:nvPr>
        </p:nvSpPr>
        <p:spPr/>
        <p:txBody>
          <a:bodyPr/>
          <a:lstStyle/>
          <a:p>
            <a:fld id="{BD5A2AE7-DD7B-40D6-95B5-BB379B136F09}" type="slidenum">
              <a:rPr lang="en-GB" smtClean="0"/>
              <a:pPr/>
              <a:t>‹#›</a:t>
            </a:fld>
            <a:endParaRPr lang="en-GB"/>
          </a:p>
        </p:txBody>
      </p:sp>
      <p:sp>
        <p:nvSpPr>
          <p:cNvPr id="5" name="Picture Placeholder 5">
            <a:extLst>
              <a:ext uri="{FF2B5EF4-FFF2-40B4-BE49-F238E27FC236}">
                <a16:creationId xmlns:a16="http://schemas.microsoft.com/office/drawing/2014/main" id="{EAA82086-2AAD-795B-8845-B91887D68532}"/>
              </a:ext>
            </a:extLst>
          </p:cNvPr>
          <p:cNvSpPr>
            <a:spLocks noGrp="1"/>
          </p:cNvSpPr>
          <p:nvPr>
            <p:ph type="pic" sz="quarter" idx="12"/>
          </p:nvPr>
        </p:nvSpPr>
        <p:spPr>
          <a:xfrm>
            <a:off x="300039" y="1233489"/>
            <a:ext cx="2151062" cy="2195512"/>
          </a:xfrm>
          <a:solidFill>
            <a:srgbClr val="F2F2F2"/>
          </a:solidFill>
        </p:spPr>
        <p:txBody>
          <a:bodyPr anchor="ctr"/>
          <a:lstStyle>
            <a:lvl1pPr algn="ctr">
              <a:defRPr/>
            </a:lvl1pPr>
          </a:lstStyle>
          <a:p>
            <a:r>
              <a:rPr lang="en-US"/>
              <a:t>Click icon to add picture</a:t>
            </a:r>
            <a:endParaRPr lang="en-GB"/>
          </a:p>
        </p:txBody>
      </p:sp>
      <p:cxnSp>
        <p:nvCxnSpPr>
          <p:cNvPr id="10" name="Straight Connector 9">
            <a:extLst>
              <a:ext uri="{FF2B5EF4-FFF2-40B4-BE49-F238E27FC236}">
                <a16:creationId xmlns:a16="http://schemas.microsoft.com/office/drawing/2014/main" id="{85CD6BEE-76FB-0051-FBF9-5B0AA6AA6C2D}"/>
              </a:ext>
            </a:extLst>
          </p:cNvPr>
          <p:cNvCxnSpPr>
            <a:cxnSpLocks/>
          </p:cNvCxnSpPr>
          <p:nvPr userDrawn="1"/>
        </p:nvCxnSpPr>
        <p:spPr>
          <a:xfrm>
            <a:off x="2945846" y="2298583"/>
            <a:ext cx="8946117" cy="0"/>
          </a:xfrm>
          <a:prstGeom prst="line">
            <a:avLst/>
          </a:prstGeom>
        </p:spPr>
        <p:style>
          <a:lnRef idx="1">
            <a:schemeClr val="accent1"/>
          </a:lnRef>
          <a:fillRef idx="0">
            <a:schemeClr val="accent1"/>
          </a:fillRef>
          <a:effectRef idx="0">
            <a:schemeClr val="accent1"/>
          </a:effectRef>
          <a:fontRef idx="minor">
            <a:schemeClr val="tx1"/>
          </a:fontRef>
        </p:style>
      </p:cxnSp>
      <p:pic>
        <p:nvPicPr>
          <p:cNvPr id="12" name="Graphic 11">
            <a:extLst>
              <a:ext uri="{FF2B5EF4-FFF2-40B4-BE49-F238E27FC236}">
                <a16:creationId xmlns:a16="http://schemas.microsoft.com/office/drawing/2014/main" id="{6466C900-1416-3EE7-0643-B6E6EC7B7AF5}"/>
              </a:ext>
            </a:extLst>
          </p:cNvPr>
          <p:cNvPicPr>
            <a:picLocks noChangeAspect="1"/>
          </p:cNvPicPr>
          <p:nvPr userDrawn="1"/>
        </p:nvPicPr>
        <p:blipFill>
          <a:blip>
            <a:extLst>
              <a:ext uri="{96DAC541-7B7A-43D3-8B79-37D633B846F1}">
                <asvg:svgBlip xmlns:asvg="http://schemas.microsoft.com/office/drawing/2016/SVG/main" r:embed="rId2"/>
              </a:ext>
            </a:extLst>
          </a:blip>
          <a:stretch>
            <a:fillRect/>
          </a:stretch>
        </p:blipFill>
        <p:spPr>
          <a:xfrm>
            <a:off x="10493329" y="4925194"/>
            <a:ext cx="1398634" cy="1398634"/>
          </a:xfrm>
          <a:prstGeom prst="rect">
            <a:avLst/>
          </a:prstGeom>
        </p:spPr>
      </p:pic>
      <p:cxnSp>
        <p:nvCxnSpPr>
          <p:cNvPr id="6" name="Straight Connector 5">
            <a:extLst>
              <a:ext uri="{FF2B5EF4-FFF2-40B4-BE49-F238E27FC236}">
                <a16:creationId xmlns:a16="http://schemas.microsoft.com/office/drawing/2014/main" id="{33C26F17-7E27-2877-A66E-ACB3059000EB}"/>
              </a:ext>
            </a:extLst>
          </p:cNvPr>
          <p:cNvCxnSpPr>
            <a:cxnSpLocks/>
          </p:cNvCxnSpPr>
          <p:nvPr userDrawn="1"/>
        </p:nvCxnSpPr>
        <p:spPr>
          <a:xfrm>
            <a:off x="2945846" y="2298583"/>
            <a:ext cx="8946117" cy="0"/>
          </a:xfrm>
          <a:prstGeom prst="line">
            <a:avLst/>
          </a:prstGeom>
        </p:spPr>
        <p:style>
          <a:lnRef idx="1">
            <a:schemeClr val="accent1"/>
          </a:lnRef>
          <a:fillRef idx="0">
            <a:schemeClr val="accent1"/>
          </a:fillRef>
          <a:effectRef idx="0">
            <a:schemeClr val="accent1"/>
          </a:effectRef>
          <a:fontRef idx="minor">
            <a:schemeClr val="tx1"/>
          </a:fontRef>
        </p:style>
      </p:cxnSp>
      <p:sp>
        <p:nvSpPr>
          <p:cNvPr id="7" name="TextBox 6">
            <a:extLst>
              <a:ext uri="{FF2B5EF4-FFF2-40B4-BE49-F238E27FC236}">
                <a16:creationId xmlns:a16="http://schemas.microsoft.com/office/drawing/2014/main" id="{6C949AAF-E9F3-A8FF-A28E-0CD669FA7AFA}"/>
              </a:ext>
            </a:extLst>
          </p:cNvPr>
          <p:cNvSpPr txBox="1"/>
          <p:nvPr userDrawn="1"/>
        </p:nvSpPr>
        <p:spPr>
          <a:xfrm>
            <a:off x="2769669" y="1233488"/>
            <a:ext cx="6097604" cy="840230"/>
          </a:xfrm>
          <a:prstGeom prst="rect">
            <a:avLst/>
          </a:prstGeom>
          <a:noFill/>
        </p:spPr>
        <p:txBody>
          <a:bodyPr wrap="square">
            <a:spAutoFit/>
          </a:bodyPr>
          <a:lstStyle/>
          <a:p>
            <a:pPr marL="0" marR="0" lvl="0" indent="0" algn="l" defTabSz="914400" rtl="0" eaLnBrk="1" fontAlgn="auto" latinLnBrk="0" hangingPunct="1">
              <a:lnSpc>
                <a:spcPct val="90000"/>
              </a:lnSpc>
              <a:spcBef>
                <a:spcPts val="1000"/>
              </a:spcBef>
              <a:spcAft>
                <a:spcPts val="600"/>
              </a:spcAft>
              <a:buClrTx/>
              <a:buSzTx/>
              <a:buFont typeface="Arial" panose="020B0604020202020204" pitchFamily="34" charset="0"/>
              <a:buNone/>
              <a:tabLst/>
              <a:defRPr/>
            </a:pPr>
            <a:r>
              <a:rPr kumimoji="0" lang="en-GB" sz="5400" b="1" i="0" u="none" strike="noStrike" kern="1200" cap="none" spc="0" normalizeH="0" baseline="0" noProof="0" dirty="0">
                <a:ln>
                  <a:noFill/>
                </a:ln>
                <a:solidFill>
                  <a:srgbClr val="E40428"/>
                </a:solidFill>
                <a:effectLst/>
                <a:uLnTx/>
                <a:uFillTx/>
                <a:latin typeface="Arial" panose="020B0604020202020204"/>
                <a:ea typeface="+mn-ea"/>
                <a:cs typeface="+mn-cs"/>
              </a:rPr>
              <a:t>Thank you</a:t>
            </a:r>
          </a:p>
        </p:txBody>
      </p:sp>
      <p:cxnSp>
        <p:nvCxnSpPr>
          <p:cNvPr id="15" name="Straight Connector 14">
            <a:extLst>
              <a:ext uri="{FF2B5EF4-FFF2-40B4-BE49-F238E27FC236}">
                <a16:creationId xmlns:a16="http://schemas.microsoft.com/office/drawing/2014/main" id="{71017F39-BC50-7EAA-B96D-C0BF5892A6D9}"/>
              </a:ext>
            </a:extLst>
          </p:cNvPr>
          <p:cNvCxnSpPr/>
          <p:nvPr userDrawn="1"/>
        </p:nvCxnSpPr>
        <p:spPr>
          <a:xfrm>
            <a:off x="2654300" y="1233488"/>
            <a:ext cx="0" cy="5075237"/>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192053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9.xml><?xml version="1.0" encoding="utf-8"?>
<p:sldLayout xmlns:a="http://schemas.openxmlformats.org/drawingml/2006/main" xmlns:r="http://schemas.openxmlformats.org/officeDocument/2006/relationships" xmlns:p="http://schemas.openxmlformats.org/presentationml/2006/main" showMasterSp="0" preserve="1" userDrawn="1">
  <p:cSld name="Full Image - Back_Light">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EBCB071D-8DDB-7CEF-849A-27A8AA79E7E5}"/>
              </a:ext>
            </a:extLst>
          </p:cNvPr>
          <p:cNvSpPr>
            <a:spLocks noGrp="1"/>
          </p:cNvSpPr>
          <p:nvPr>
            <p:ph type="pic" sz="quarter" idx="10" hasCustomPrompt="1"/>
          </p:nvPr>
        </p:nvSpPr>
        <p:spPr>
          <a:xfrm>
            <a:off x="0" y="0"/>
            <a:ext cx="12192000" cy="6858000"/>
          </a:xfrm>
          <a:prstGeom prst="rect">
            <a:avLst/>
          </a:prstGeom>
        </p:spPr>
        <p:txBody>
          <a:bodyPr anchor="ctr"/>
          <a:lstStyle>
            <a:lvl1pPr marL="0" indent="0" algn="ctr">
              <a:buNone/>
              <a:defRPr sz="2000">
                <a:solidFill>
                  <a:schemeClr val="accent1"/>
                </a:solidFill>
              </a:defRPr>
            </a:lvl1pPr>
          </a:lstStyle>
          <a:p>
            <a:r>
              <a:rPr lang="en-GB"/>
              <a:t>Click to import picture here</a:t>
            </a:r>
          </a:p>
        </p:txBody>
      </p:sp>
    </p:spTree>
    <p:extLst>
      <p:ext uri="{BB962C8B-B14F-4D97-AF65-F5344CB8AC3E}">
        <p14:creationId xmlns:p14="http://schemas.microsoft.com/office/powerpoint/2010/main" val="282449193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p:cSld name="Cover - Back_Dark">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68C7AB9F-7056-D1F1-D779-6307E2EFC546}"/>
              </a:ext>
            </a:extLst>
          </p:cNvPr>
          <p:cNvSpPr/>
          <p:nvPr/>
        </p:nvSpPr>
        <p:spPr bwMode="auto">
          <a:xfrm>
            <a:off x="0" y="0"/>
            <a:ext cx="12192000" cy="6858000"/>
          </a:xfrm>
          <a:prstGeom prst="rect">
            <a:avLst/>
          </a:prstGeom>
          <a:solidFill>
            <a:srgbClr val="101A1C"/>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Tx/>
              <a:buNone/>
              <a:tabLst/>
            </a:pPr>
            <a:endParaRPr kumimoji="1" lang="en-US" sz="2600" b="0" i="0" u="none" strike="noStrike" cap="none" normalizeH="0" baseline="0">
              <a:ln>
                <a:noFill/>
              </a:ln>
              <a:solidFill>
                <a:schemeClr val="tx2"/>
              </a:solidFill>
              <a:effectLst/>
              <a:latin typeface="HGPｺﾞｼｯｸE" pitchFamily="50" charset="-128"/>
              <a:ea typeface="HGPｺﾞｼｯｸE" pitchFamily="50" charset="-128"/>
            </a:endParaRPr>
          </a:p>
        </p:txBody>
      </p:sp>
      <p:pic>
        <p:nvPicPr>
          <p:cNvPr id="6" name="Picture 5">
            <a:extLst>
              <a:ext uri="{FF2B5EF4-FFF2-40B4-BE49-F238E27FC236}">
                <a16:creationId xmlns:a16="http://schemas.microsoft.com/office/drawing/2014/main" id="{250A01DE-810B-20BF-B4AF-38918CD48E18}"/>
              </a:ext>
            </a:extLst>
          </p:cNvPr>
          <p:cNvPicPr>
            <a:picLocks noChangeAspect="1"/>
          </p:cNvPicPr>
          <p:nvPr/>
        </p:nvPicPr>
        <p:blipFill>
          <a:blip r:embed="rId2" cstate="screen">
            <a:extLst>
              <a:ext uri="{28A0092B-C50C-407E-A947-70E740481C1C}">
                <a14:useLocalDpi xmlns:a14="http://schemas.microsoft.com/office/drawing/2010/main"/>
              </a:ext>
            </a:extLst>
          </a:blip>
          <a:srcRect/>
          <a:stretch/>
        </p:blipFill>
        <p:spPr>
          <a:xfrm>
            <a:off x="4438769" y="2956648"/>
            <a:ext cx="3314462" cy="944702"/>
          </a:xfrm>
          <a:prstGeom prst="rect">
            <a:avLst/>
          </a:prstGeom>
        </p:spPr>
      </p:pic>
      <p:sp>
        <p:nvSpPr>
          <p:cNvPr id="2" name="Rectangle 1">
            <a:extLst>
              <a:ext uri="{FF2B5EF4-FFF2-40B4-BE49-F238E27FC236}">
                <a16:creationId xmlns:a16="http://schemas.microsoft.com/office/drawing/2014/main" id="{1F2C200B-1F4C-1156-25DF-6FBCF61DF49A}"/>
              </a:ext>
            </a:extLst>
          </p:cNvPr>
          <p:cNvSpPr/>
          <p:nvPr userDrawn="1"/>
        </p:nvSpPr>
        <p:spPr bwMode="auto">
          <a:xfrm>
            <a:off x="0" y="0"/>
            <a:ext cx="12192000" cy="6858000"/>
          </a:xfrm>
          <a:prstGeom prst="rect">
            <a:avLst/>
          </a:prstGeom>
          <a:solidFill>
            <a:srgbClr val="101A1C"/>
          </a:solidFill>
          <a:ln w="9525" cap="flat" cmpd="sng" algn="ctr">
            <a:noFill/>
            <a:prstDash val="solid"/>
            <a:round/>
            <a:headEnd type="none" w="med" len="med"/>
            <a:tailEnd type="none" w="med" len="med"/>
          </a:ln>
          <a:effectLst/>
        </p:spPr>
        <p:txBody>
          <a:bodyPr vert="horz" wrap="square" lIns="91440" tIns="45720" rIns="91440" bIns="45720" numCol="1" rtlCol="0" anchor="ctr" anchorCtr="0" compatLnSpc="1">
            <a:prstTxWarp prst="textNoShape">
              <a:avLst/>
            </a:prstTxWarp>
            <a:spAutoFit/>
          </a:bodyPr>
          <a:lstStyle/>
          <a:p>
            <a:pPr marL="0" marR="0" indent="0" algn="l" defTabSz="914400" rtl="0" eaLnBrk="1" fontAlgn="base" latinLnBrk="0" hangingPunct="1">
              <a:lnSpc>
                <a:spcPct val="90000"/>
              </a:lnSpc>
              <a:spcBef>
                <a:spcPct val="0"/>
              </a:spcBef>
              <a:spcAft>
                <a:spcPct val="0"/>
              </a:spcAft>
              <a:buClrTx/>
              <a:buSzTx/>
              <a:buFontTx/>
              <a:buNone/>
              <a:tabLst/>
            </a:pPr>
            <a:endParaRPr kumimoji="1" lang="en-US" sz="2600" b="0" i="0" u="none" strike="noStrike" cap="none" normalizeH="0" baseline="0">
              <a:ln>
                <a:noFill/>
              </a:ln>
              <a:solidFill>
                <a:schemeClr val="tx2"/>
              </a:solidFill>
              <a:effectLst/>
              <a:latin typeface="HGPｺﾞｼｯｸE" pitchFamily="50" charset="-128"/>
              <a:ea typeface="HGPｺﾞｼｯｸE" pitchFamily="50" charset="-128"/>
            </a:endParaRPr>
          </a:p>
        </p:txBody>
      </p:sp>
      <p:pic>
        <p:nvPicPr>
          <p:cNvPr id="4" name="Picture 3">
            <a:extLst>
              <a:ext uri="{FF2B5EF4-FFF2-40B4-BE49-F238E27FC236}">
                <a16:creationId xmlns:a16="http://schemas.microsoft.com/office/drawing/2014/main" id="{C9EC53EC-D2C0-ED31-F9F4-67A1AB5CAA7F}"/>
              </a:ext>
            </a:extLst>
          </p:cNvPr>
          <p:cNvPicPr>
            <a:picLocks noChangeAspect="1"/>
          </p:cNvPicPr>
          <p:nvPr userDrawn="1"/>
        </p:nvPicPr>
        <p:blipFill>
          <a:blip r:embed="rId2" cstate="screen">
            <a:extLst>
              <a:ext uri="{28A0092B-C50C-407E-A947-70E740481C1C}">
                <a14:useLocalDpi xmlns:a14="http://schemas.microsoft.com/office/drawing/2010/main"/>
              </a:ext>
            </a:extLst>
          </a:blip>
          <a:srcRect/>
          <a:stretch/>
        </p:blipFill>
        <p:spPr>
          <a:xfrm>
            <a:off x="4438769" y="2956648"/>
            <a:ext cx="3314462" cy="944702"/>
          </a:xfrm>
          <a:prstGeom prst="rect">
            <a:avLst/>
          </a:prstGeom>
        </p:spPr>
      </p:pic>
    </p:spTree>
    <p:extLst>
      <p:ext uri="{BB962C8B-B14F-4D97-AF65-F5344CB8AC3E}">
        <p14:creationId xmlns:p14="http://schemas.microsoft.com/office/powerpoint/2010/main" val="4154749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1.xml><?xml version="1.0" encoding="utf-8"?>
<p:sldLayout xmlns:a="http://schemas.openxmlformats.org/drawingml/2006/main" xmlns:r="http://schemas.openxmlformats.org/officeDocument/2006/relationships" xmlns:p="http://schemas.openxmlformats.org/presentationml/2006/main" type="obj">
  <p:cSld name="2_Title and Content">
    <p:spTree>
      <p:nvGrpSpPr>
        <p:cNvPr id="1" name=""/>
        <p:cNvGrpSpPr/>
        <p:nvPr/>
      </p:nvGrpSpPr>
      <p:grpSpPr>
        <a:xfrm>
          <a:off x="0" y="0"/>
          <a:ext cx="0" cy="0"/>
          <a:chOff x="0" y="0"/>
          <a:chExt cx="0" cy="0"/>
        </a:xfrm>
      </p:grpSpPr>
      <p:sp>
        <p:nvSpPr>
          <p:cNvPr id="2" name="Titre 1"/>
          <p:cNvSpPr>
            <a:spLocks noGrp="1"/>
          </p:cNvSpPr>
          <p:nvPr>
            <p:ph type="title" hasCustomPrompt="1"/>
          </p:nvPr>
        </p:nvSpPr>
        <p:spPr/>
        <p:txBody>
          <a:bodyPr/>
          <a:lstStyle/>
          <a:p>
            <a:r>
              <a:rPr lang="en-GB" noProof="0" dirty="0"/>
              <a:t>Click to edit Master text styles</a:t>
            </a:r>
          </a:p>
        </p:txBody>
      </p:sp>
      <p:sp>
        <p:nvSpPr>
          <p:cNvPr id="3" name="Espace réservé du contenu 2"/>
          <p:cNvSpPr>
            <a:spLocks noGrp="1"/>
          </p:cNvSpPr>
          <p:nvPr>
            <p:ph idx="1" hasCustomPrompt="1"/>
          </p:nvPr>
        </p:nvSpPr>
        <p:spPr/>
        <p:txBody>
          <a:bodyPr/>
          <a:lstStyle>
            <a:lvl1pPr>
              <a:spcBef>
                <a:spcPts val="600"/>
              </a:spcBef>
              <a:spcAft>
                <a:spcPts val="700"/>
              </a:spcAft>
              <a:defRPr/>
            </a:lvl1pPr>
          </a:lstStyle>
          <a:p>
            <a:pPr lvl="0"/>
            <a:r>
              <a:rPr lang="en-GB" noProof="0" dirty="0"/>
              <a:t>Click to edit Master text styles</a:t>
            </a:r>
          </a:p>
          <a:p>
            <a:pPr lvl="1"/>
            <a:r>
              <a:rPr lang="en-GB" noProof="0" dirty="0"/>
              <a:t>Second level</a:t>
            </a:r>
          </a:p>
          <a:p>
            <a:pPr lvl="2"/>
            <a:r>
              <a:rPr lang="en-GB" noProof="0" dirty="0"/>
              <a:t>Third level</a:t>
            </a:r>
          </a:p>
        </p:txBody>
      </p:sp>
    </p:spTree>
    <p:extLst>
      <p:ext uri="{BB962C8B-B14F-4D97-AF65-F5344CB8AC3E}">
        <p14:creationId xmlns:p14="http://schemas.microsoft.com/office/powerpoint/2010/main" val="1002507153"/>
      </p:ext>
    </p:extLst>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userDrawn="1">
  <p:cSld name="Title only">
    <p:spTree>
      <p:nvGrpSpPr>
        <p:cNvPr id="1" name=""/>
        <p:cNvGrpSpPr/>
        <p:nvPr/>
      </p:nvGrpSpPr>
      <p:grpSpPr>
        <a:xfrm>
          <a:off x="0" y="0"/>
          <a:ext cx="0" cy="0"/>
          <a:chOff x="0" y="0"/>
          <a:chExt cx="0" cy="0"/>
        </a:xfrm>
      </p:grpSpPr>
      <p:sp>
        <p:nvSpPr>
          <p:cNvPr id="2" name="Titre 1"/>
          <p:cNvSpPr>
            <a:spLocks noGrp="1"/>
          </p:cNvSpPr>
          <p:nvPr>
            <p:ph type="title"/>
          </p:nvPr>
        </p:nvSpPr>
        <p:spPr>
          <a:xfrm>
            <a:off x="273405" y="85724"/>
            <a:ext cx="9663112" cy="760691"/>
          </a:xfrm>
        </p:spPr>
        <p:txBody>
          <a:bodyPr/>
          <a:lstStyle/>
          <a:p>
            <a:r>
              <a:rPr lang="fr-FR"/>
              <a:t>Modifiez le style du titre</a:t>
            </a:r>
            <a:endParaRPr lang="en-GB" noProof="0" dirty="0"/>
          </a:p>
        </p:txBody>
      </p:sp>
    </p:spTree>
    <p:extLst>
      <p:ext uri="{BB962C8B-B14F-4D97-AF65-F5344CB8AC3E}">
        <p14:creationId xmlns:p14="http://schemas.microsoft.com/office/powerpoint/2010/main" val="3142942680"/>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9" Type="http://schemas.openxmlformats.org/officeDocument/2006/relationships/slideLayout" Target="../slideLayouts/slideLayout39.xml"/><Relationship Id="rId21" Type="http://schemas.openxmlformats.org/officeDocument/2006/relationships/slideLayout" Target="../slideLayouts/slideLayout21.xml"/><Relationship Id="rId34" Type="http://schemas.openxmlformats.org/officeDocument/2006/relationships/slideLayout" Target="../slideLayouts/slideLayout34.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50" Type="http://schemas.openxmlformats.org/officeDocument/2006/relationships/slideLayout" Target="../slideLayouts/slideLayout50.xml"/><Relationship Id="rId55" Type="http://schemas.openxmlformats.org/officeDocument/2006/relationships/oleObject" Target="../embeddings/oleObject1.bin"/><Relationship Id="rId7" Type="http://schemas.openxmlformats.org/officeDocument/2006/relationships/slideLayout" Target="../slideLayouts/slideLayout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9" Type="http://schemas.openxmlformats.org/officeDocument/2006/relationships/slideLayout" Target="../slideLayouts/slideLayout29.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53" Type="http://schemas.openxmlformats.org/officeDocument/2006/relationships/theme" Target="../theme/theme1.xml"/><Relationship Id="rId5" Type="http://schemas.openxmlformats.org/officeDocument/2006/relationships/slideLayout" Target="../slideLayouts/slideLayout5.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56" Type="http://schemas.openxmlformats.org/officeDocument/2006/relationships/image" Target="../media/image1.emf"/><Relationship Id="rId8" Type="http://schemas.openxmlformats.org/officeDocument/2006/relationships/slideLayout" Target="../slideLayouts/slideLayout8.xml"/><Relationship Id="rId51" Type="http://schemas.openxmlformats.org/officeDocument/2006/relationships/slideLayout" Target="../slideLayouts/slideLayout51.xml"/><Relationship Id="rId3" Type="http://schemas.openxmlformats.org/officeDocument/2006/relationships/slideLayout" Target="../slideLayouts/slideLayout3.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tags" Target="../tags/tag2.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image" Target="../media/image2.png"/><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aphicFrame>
        <p:nvGraphicFramePr>
          <p:cNvPr id="3" name="think-cell data - do not delete" hidden="1">
            <a:extLst>
              <a:ext uri="{FF2B5EF4-FFF2-40B4-BE49-F238E27FC236}">
                <a16:creationId xmlns:a16="http://schemas.microsoft.com/office/drawing/2014/main" id="{5748CEAA-8AD7-9847-B463-A3C7B18F203D}"/>
              </a:ext>
            </a:extLst>
          </p:cNvPr>
          <p:cNvGraphicFramePr>
            <a:graphicFrameLocks noChangeAspect="1"/>
          </p:cNvGraphicFramePr>
          <p:nvPr userDrawn="1">
            <p:custDataLst>
              <p:tags r:id="rId54"/>
            </p:custDataLst>
            <p:extLst>
              <p:ext uri="{D42A27DB-BD31-4B8C-83A1-F6EECF244321}">
                <p14:modId xmlns:p14="http://schemas.microsoft.com/office/powerpoint/2010/main" val="2622696274"/>
              </p:ext>
            </p:extLst>
          </p:nvPr>
        </p:nvGraphicFramePr>
        <p:xfrm>
          <a:off x="1588" y="1588"/>
          <a:ext cx="1588" cy="1588"/>
        </p:xfrm>
        <a:graphic>
          <a:graphicData uri="http://schemas.openxmlformats.org/presentationml/2006/ole">
            <mc:AlternateContent xmlns:mc="http://schemas.openxmlformats.org/markup-compatibility/2006">
              <mc:Choice xmlns:v="urn:schemas-microsoft-com:vml" Requires="v">
                <p:oleObj name="think-cell Slide" r:id="rId55" imgW="347" imgH="348" progId="TCLayout.ActiveDocument.1">
                  <p:embed/>
                </p:oleObj>
              </mc:Choice>
              <mc:Fallback>
                <p:oleObj name="think-cell Slide" r:id="rId55" imgW="347" imgH="348" progId="TCLayout.ActiveDocument.1">
                  <p:embed/>
                  <p:pic>
                    <p:nvPicPr>
                      <p:cNvPr id="3" name="think-cell data - do not delete" hidden="1">
                        <a:extLst>
                          <a:ext uri="{FF2B5EF4-FFF2-40B4-BE49-F238E27FC236}">
                            <a16:creationId xmlns:a16="http://schemas.microsoft.com/office/drawing/2014/main" id="{5748CEAA-8AD7-9847-B463-A3C7B18F203D}"/>
                          </a:ext>
                        </a:extLst>
                      </p:cNvPr>
                      <p:cNvPicPr/>
                      <p:nvPr/>
                    </p:nvPicPr>
                    <p:blipFill>
                      <a:blip r:embed="rId56"/>
                      <a:stretch>
                        <a:fillRect/>
                      </a:stretch>
                    </p:blipFill>
                    <p:spPr>
                      <a:xfrm>
                        <a:off x="1588" y="1588"/>
                        <a:ext cx="1588" cy="1588"/>
                      </a:xfrm>
                      <a:prstGeom prst="rect">
                        <a:avLst/>
                      </a:prstGeom>
                    </p:spPr>
                  </p:pic>
                </p:oleObj>
              </mc:Fallback>
            </mc:AlternateContent>
          </a:graphicData>
        </a:graphic>
      </p:graphicFrame>
      <p:sp>
        <p:nvSpPr>
          <p:cNvPr id="4" name="Footer Placeholder 6">
            <a:extLst>
              <a:ext uri="{FF2B5EF4-FFF2-40B4-BE49-F238E27FC236}">
                <a16:creationId xmlns:a16="http://schemas.microsoft.com/office/drawing/2014/main" id="{E3DCDB89-011F-581E-A06F-C94C80C88CE6}"/>
              </a:ext>
            </a:extLst>
          </p:cNvPr>
          <p:cNvSpPr>
            <a:spLocks noGrp="1"/>
          </p:cNvSpPr>
          <p:nvPr>
            <p:ph type="ftr" sz="quarter" idx="3"/>
          </p:nvPr>
        </p:nvSpPr>
        <p:spPr>
          <a:xfrm>
            <a:off x="9275975" y="6328069"/>
            <a:ext cx="2714134" cy="365125"/>
          </a:xfrm>
          <a:prstGeom prst="rect">
            <a:avLst/>
          </a:prstGeom>
        </p:spPr>
        <p:txBody>
          <a:bodyPr vert="horz" lIns="91440" tIns="45720" rIns="91440" bIns="45720" rtlCol="0" anchor="ctr"/>
          <a:lstStyle>
            <a:lvl1pPr algn="r">
              <a:defRPr sz="900">
                <a:solidFill>
                  <a:schemeClr val="tx2"/>
                </a:solidFill>
              </a:defRPr>
            </a:lvl1pPr>
          </a:lstStyle>
          <a:p>
            <a:r>
              <a:rPr lang="en-GB" altLang="ja-JP"/>
              <a:t>© Hitachi Rail Limited 202</a:t>
            </a:r>
            <a:r>
              <a:rPr lang="hu-HU" altLang="ja-JP"/>
              <a:t>6</a:t>
            </a:r>
            <a:r>
              <a:rPr lang="en-GB" altLang="ja-JP"/>
              <a:t>. All rights reserved.</a:t>
            </a:r>
            <a:endParaRPr lang="en-US" altLang="ja-JP" dirty="0"/>
          </a:p>
        </p:txBody>
      </p:sp>
      <p:sp>
        <p:nvSpPr>
          <p:cNvPr id="11" name="Title Placeholder 10">
            <a:extLst>
              <a:ext uri="{FF2B5EF4-FFF2-40B4-BE49-F238E27FC236}">
                <a16:creationId xmlns:a16="http://schemas.microsoft.com/office/drawing/2014/main" id="{5114C21C-262F-CF16-829E-7286EEB8293B}"/>
              </a:ext>
            </a:extLst>
          </p:cNvPr>
          <p:cNvSpPr>
            <a:spLocks noGrp="1"/>
          </p:cNvSpPr>
          <p:nvPr>
            <p:ph type="title"/>
          </p:nvPr>
        </p:nvSpPr>
        <p:spPr>
          <a:xfrm>
            <a:off x="300038" y="85725"/>
            <a:ext cx="9663112" cy="760691"/>
          </a:xfrm>
          <a:prstGeom prst="rect">
            <a:avLst/>
          </a:prstGeom>
        </p:spPr>
        <p:txBody>
          <a:bodyPr vert="horz" lIns="0" tIns="45720" rIns="91440" bIns="45720" rtlCol="0" anchor="ctr">
            <a:normAutofit/>
          </a:bodyPr>
          <a:lstStyle/>
          <a:p>
            <a:r>
              <a:rPr lang="en-US"/>
              <a:t>Click to edit Master title style</a:t>
            </a:r>
            <a:endParaRPr lang="en-GB"/>
          </a:p>
        </p:txBody>
      </p:sp>
      <p:sp>
        <p:nvSpPr>
          <p:cNvPr id="13" name="Slide Number Placeholder 12">
            <a:extLst>
              <a:ext uri="{FF2B5EF4-FFF2-40B4-BE49-F238E27FC236}">
                <a16:creationId xmlns:a16="http://schemas.microsoft.com/office/drawing/2014/main" id="{26D70B49-C6B4-9D7C-818F-D5C00B062E7B}"/>
              </a:ext>
            </a:extLst>
          </p:cNvPr>
          <p:cNvSpPr>
            <a:spLocks noGrp="1"/>
          </p:cNvSpPr>
          <p:nvPr>
            <p:ph type="sldNum" sz="quarter" idx="4"/>
          </p:nvPr>
        </p:nvSpPr>
        <p:spPr>
          <a:xfrm>
            <a:off x="300038" y="6328069"/>
            <a:ext cx="2743200" cy="365125"/>
          </a:xfrm>
          <a:prstGeom prst="rect">
            <a:avLst/>
          </a:prstGeom>
        </p:spPr>
        <p:txBody>
          <a:bodyPr vert="horz" lIns="0" tIns="45720" rIns="91440" bIns="45720" rtlCol="0" anchor="ctr"/>
          <a:lstStyle>
            <a:lvl1pPr algn="l">
              <a:defRPr sz="1000">
                <a:solidFill>
                  <a:schemeClr val="tx1"/>
                </a:solidFill>
              </a:defRPr>
            </a:lvl1pPr>
          </a:lstStyle>
          <a:p>
            <a:fld id="{BD5A2AE7-DD7B-40D6-95B5-BB379B136F09}" type="slidenum">
              <a:rPr lang="en-GB" smtClean="0"/>
              <a:pPr/>
              <a:t>‹#›</a:t>
            </a:fld>
            <a:endParaRPr lang="en-GB"/>
          </a:p>
        </p:txBody>
      </p:sp>
      <p:sp>
        <p:nvSpPr>
          <p:cNvPr id="22" name="Text Placeholder 11">
            <a:extLst>
              <a:ext uri="{FF2B5EF4-FFF2-40B4-BE49-F238E27FC236}">
                <a16:creationId xmlns:a16="http://schemas.microsoft.com/office/drawing/2014/main" id="{406DE591-1024-81CD-9BEE-50A462606CB4}"/>
              </a:ext>
            </a:extLst>
          </p:cNvPr>
          <p:cNvSpPr>
            <a:spLocks noGrp="1"/>
          </p:cNvSpPr>
          <p:nvPr>
            <p:ph type="body" idx="1"/>
          </p:nvPr>
        </p:nvSpPr>
        <p:spPr>
          <a:xfrm>
            <a:off x="300038" y="1233837"/>
            <a:ext cx="10515600" cy="4351338"/>
          </a:xfrm>
          <a:prstGeom prst="rect">
            <a:avLst/>
          </a:prstGeom>
        </p:spPr>
        <p:txBody>
          <a:bodyPr vert="horz" lIns="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GB"/>
          </a:p>
        </p:txBody>
      </p:sp>
      <p:grpSp>
        <p:nvGrpSpPr>
          <p:cNvPr id="17" name="Group 16">
            <a:extLst>
              <a:ext uri="{FF2B5EF4-FFF2-40B4-BE49-F238E27FC236}">
                <a16:creationId xmlns:a16="http://schemas.microsoft.com/office/drawing/2014/main" id="{403AAC47-160F-9AFF-F903-C6CAD27AFFD1}"/>
              </a:ext>
            </a:extLst>
          </p:cNvPr>
          <p:cNvGrpSpPr/>
          <p:nvPr userDrawn="1"/>
        </p:nvGrpSpPr>
        <p:grpSpPr>
          <a:xfrm>
            <a:off x="-3" y="900892"/>
            <a:ext cx="12196766" cy="88429"/>
            <a:chOff x="-3" y="595771"/>
            <a:chExt cx="9144003" cy="66296"/>
          </a:xfrm>
        </p:grpSpPr>
        <p:sp>
          <p:nvSpPr>
            <p:cNvPr id="21" name="正方形/長方形 11">
              <a:extLst>
                <a:ext uri="{FF2B5EF4-FFF2-40B4-BE49-F238E27FC236}">
                  <a16:creationId xmlns:a16="http://schemas.microsoft.com/office/drawing/2014/main" id="{D0D8BD89-613B-37F2-842B-D8AA978AF2BB}"/>
                </a:ext>
              </a:extLst>
            </p:cNvPr>
            <p:cNvSpPr>
              <a:spLocks noChangeArrowheads="1"/>
            </p:cNvSpPr>
            <p:nvPr userDrawn="1"/>
          </p:nvSpPr>
          <p:spPr bwMode="gray">
            <a:xfrm>
              <a:off x="0" y="595775"/>
              <a:ext cx="9144000" cy="66292"/>
            </a:xfrm>
            <a:prstGeom prst="rect">
              <a:avLst/>
            </a:prstGeom>
            <a:solidFill>
              <a:srgbClr val="737373"/>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ja-JP" altLang="en-US"/>
            </a:p>
          </p:txBody>
        </p:sp>
        <p:grpSp>
          <p:nvGrpSpPr>
            <p:cNvPr id="23" name="グループ化 62">
              <a:extLst>
                <a:ext uri="{FF2B5EF4-FFF2-40B4-BE49-F238E27FC236}">
                  <a16:creationId xmlns:a16="http://schemas.microsoft.com/office/drawing/2014/main" id="{631445AB-985B-897B-0E95-2290CB2D4275}"/>
                </a:ext>
              </a:extLst>
            </p:cNvPr>
            <p:cNvGrpSpPr/>
            <p:nvPr userDrawn="1"/>
          </p:nvGrpSpPr>
          <p:grpSpPr bwMode="gray">
            <a:xfrm>
              <a:off x="-3" y="595771"/>
              <a:ext cx="1318393" cy="66295"/>
              <a:chOff x="312738" y="2747958"/>
              <a:chExt cx="1970087" cy="109542"/>
            </a:xfrm>
          </p:grpSpPr>
          <p:sp>
            <p:nvSpPr>
              <p:cNvPr id="24" name="正方形/長方形 69">
                <a:extLst>
                  <a:ext uri="{FF2B5EF4-FFF2-40B4-BE49-F238E27FC236}">
                    <a16:creationId xmlns:a16="http://schemas.microsoft.com/office/drawing/2014/main" id="{A7A429B7-2D5A-2A33-CA5C-C5FE1C21AB11}"/>
                  </a:ext>
                </a:extLst>
              </p:cNvPr>
              <p:cNvSpPr/>
              <p:nvPr/>
            </p:nvSpPr>
            <p:spPr bwMode="gray">
              <a:xfrm>
                <a:off x="312738" y="2747958"/>
                <a:ext cx="1970087" cy="109537"/>
              </a:xfrm>
              <a:prstGeom prst="rect">
                <a:avLst/>
              </a:prstGeom>
              <a:solidFill>
                <a:schemeClr val="accent1"/>
              </a:solidFill>
              <a:ln w="9525">
                <a:noFill/>
                <a:miter lim="800000"/>
                <a:headEnd/>
                <a:tailEnd/>
              </a:ln>
              <a:effectLst/>
            </p:spPr>
            <p:txBody>
              <a:bodyPr wrap="none" anchor="ctr"/>
              <a:lstStyle/>
              <a:p>
                <a:pPr fontAlgn="auto">
                  <a:spcBef>
                    <a:spcPts val="0"/>
                  </a:spcBef>
                  <a:spcAft>
                    <a:spcPts val="0"/>
                  </a:spcAft>
                  <a:defRPr/>
                </a:pPr>
                <a:endParaRPr kumimoji="0" lang="ja-JP" altLang="en-US" sz="1800" kern="0">
                  <a:solidFill>
                    <a:sysClr val="windowText" lastClr="000000"/>
                  </a:solidFill>
                </a:endParaRPr>
              </a:p>
            </p:txBody>
          </p:sp>
          <p:sp>
            <p:nvSpPr>
              <p:cNvPr id="25" name="正方形/長方形 70">
                <a:extLst>
                  <a:ext uri="{FF2B5EF4-FFF2-40B4-BE49-F238E27FC236}">
                    <a16:creationId xmlns:a16="http://schemas.microsoft.com/office/drawing/2014/main" id="{3EEBE001-87D9-BF50-6E27-5B4BB73CCC01}"/>
                  </a:ext>
                </a:extLst>
              </p:cNvPr>
              <p:cNvSpPr/>
              <p:nvPr/>
            </p:nvSpPr>
            <p:spPr bwMode="gray">
              <a:xfrm>
                <a:off x="312738" y="2747963"/>
                <a:ext cx="985837" cy="109537"/>
              </a:xfrm>
              <a:prstGeom prst="rect">
                <a:avLst/>
              </a:prstGeom>
              <a:solidFill>
                <a:srgbClr val="B3B3B3"/>
              </a:solidFill>
              <a:ln w="9525">
                <a:noFill/>
                <a:miter lim="800000"/>
                <a:headEnd/>
                <a:tailEnd/>
              </a:ln>
              <a:effectLst/>
            </p:spPr>
            <p:txBody>
              <a:bodyPr wrap="none" anchor="ctr"/>
              <a:lstStyle/>
              <a:p>
                <a:pPr algn="l" fontAlgn="auto">
                  <a:spcBef>
                    <a:spcPts val="0"/>
                  </a:spcBef>
                  <a:spcAft>
                    <a:spcPts val="0"/>
                  </a:spcAft>
                  <a:defRPr/>
                </a:pPr>
                <a:endParaRPr kumimoji="0" lang="ja-JP" altLang="en-US" sz="1800" kern="0">
                  <a:solidFill>
                    <a:sysClr val="windowText" lastClr="000000"/>
                  </a:solidFill>
                </a:endParaRPr>
              </a:p>
            </p:txBody>
          </p:sp>
        </p:grpSp>
      </p:grpSp>
      <p:sp>
        <p:nvSpPr>
          <p:cNvPr id="2" name="MSIPCMContentMarking" descr="{&quot;HashCode&quot;:263689622,&quot;Placement&quot;:&quot;Header&quot;,&quot;Top&quot;:0.0,&quot;Left&quot;:0.0,&quot;SlideWidth&quot;:960,&quot;SlideHeight&quot;:540}">
            <a:extLst>
              <a:ext uri="{FF2B5EF4-FFF2-40B4-BE49-F238E27FC236}">
                <a16:creationId xmlns:a16="http://schemas.microsoft.com/office/drawing/2014/main" id="{5F338A78-9D77-4C14-A399-394D2863E724}"/>
              </a:ext>
            </a:extLst>
          </p:cNvPr>
          <p:cNvSpPr txBox="1"/>
          <p:nvPr userDrawn="1"/>
        </p:nvSpPr>
        <p:spPr>
          <a:xfrm>
            <a:off x="0" y="0"/>
            <a:ext cx="260773" cy="286405"/>
          </a:xfrm>
          <a:prstGeom prst="rect">
            <a:avLst/>
          </a:prstGeom>
          <a:noFill/>
        </p:spPr>
        <p:txBody>
          <a:bodyPr vert="horz" wrap="square" lIns="0" tIns="0" rIns="0" bIns="0" rtlCol="0" anchor="ctr" anchorCtr="1">
            <a:spAutoFit/>
          </a:bodyPr>
          <a:lstStyle/>
          <a:p>
            <a:pPr algn="l">
              <a:spcBef>
                <a:spcPts val="0"/>
              </a:spcBef>
              <a:spcAft>
                <a:spcPts val="0"/>
              </a:spcAft>
            </a:pPr>
            <a:r>
              <a:rPr lang="en-US" sz="1000">
                <a:solidFill>
                  <a:srgbClr val="76923C"/>
                </a:solidFill>
                <a:latin typeface="Arial Black" panose="020B0A04020102020204" pitchFamily="34" charset="0"/>
              </a:rPr>
              <a:t> </a:t>
            </a:r>
          </a:p>
        </p:txBody>
      </p:sp>
      <p:pic>
        <p:nvPicPr>
          <p:cNvPr id="15" name="Picture 14">
            <a:extLst>
              <a:ext uri="{FF2B5EF4-FFF2-40B4-BE49-F238E27FC236}">
                <a16:creationId xmlns:a16="http://schemas.microsoft.com/office/drawing/2014/main" id="{8E95231F-543D-4F04-99E5-767FBAC8C749}"/>
              </a:ext>
            </a:extLst>
          </p:cNvPr>
          <p:cNvPicPr/>
          <p:nvPr userDrawn="1"/>
        </p:nvPicPr>
        <p:blipFill>
          <a:blip r:embed="rId57"/>
          <a:stretch>
            <a:fillRect/>
          </a:stretch>
        </p:blipFill>
        <p:spPr>
          <a:xfrm>
            <a:off x="10099992" y="143202"/>
            <a:ext cx="1791970" cy="584835"/>
          </a:xfrm>
          <a:prstGeom prst="rect">
            <a:avLst/>
          </a:prstGeom>
        </p:spPr>
      </p:pic>
      <p:sp>
        <p:nvSpPr>
          <p:cNvPr id="5" name="MSIPCMContentMarking" descr="{&quot;HashCode&quot;:685452435,&quot;Placement&quot;:&quot;Footer&quot;,&quot;Top&quot;:517.4484,&quot;Left&quot;:404.7944,&quot;SlideWidth&quot;:960,&quot;SlideHeight&quot;:540}">
            <a:extLst>
              <a:ext uri="{FF2B5EF4-FFF2-40B4-BE49-F238E27FC236}">
                <a16:creationId xmlns:a16="http://schemas.microsoft.com/office/drawing/2014/main" id="{60B9192B-96A2-426F-B30F-0A357B4FD0E4}"/>
              </a:ext>
            </a:extLst>
          </p:cNvPr>
          <p:cNvSpPr txBox="1"/>
          <p:nvPr userDrawn="1"/>
        </p:nvSpPr>
        <p:spPr>
          <a:xfrm>
            <a:off x="5140889" y="6571595"/>
            <a:ext cx="1910223" cy="286405"/>
          </a:xfrm>
          <a:prstGeom prst="rect">
            <a:avLst/>
          </a:prstGeom>
          <a:noFill/>
        </p:spPr>
        <p:txBody>
          <a:bodyPr vert="horz" wrap="square" lIns="0" tIns="0" rIns="0" bIns="0" rtlCol="0" anchor="ctr" anchorCtr="1">
            <a:spAutoFit/>
          </a:bodyPr>
          <a:lstStyle/>
          <a:p>
            <a:pPr algn="ctr">
              <a:spcBef>
                <a:spcPts val="0"/>
              </a:spcBef>
              <a:spcAft>
                <a:spcPts val="0"/>
              </a:spcAft>
            </a:pPr>
            <a:r>
              <a:rPr lang="de-AT" sz="1000">
                <a:solidFill>
                  <a:srgbClr val="76923C"/>
                </a:solidFill>
                <a:latin typeface="Arial Black" panose="020B0A04020102020204" pitchFamily="34" charset="0"/>
              </a:rPr>
              <a:t>{Hitachi Rail – Internal}</a:t>
            </a:r>
          </a:p>
        </p:txBody>
      </p:sp>
    </p:spTree>
    <p:extLst>
      <p:ext uri="{BB962C8B-B14F-4D97-AF65-F5344CB8AC3E}">
        <p14:creationId xmlns:p14="http://schemas.microsoft.com/office/powerpoint/2010/main" val="157349662"/>
      </p:ext>
    </p:extLst>
  </p:cSld>
  <p:clrMap bg1="lt1" tx1="dk1" bg2="lt2" tx2="dk2" accent1="accent1" accent2="accent2" accent3="accent3" accent4="accent4" accent5="accent5" accent6="accent6" hlink="hlink" folHlink="folHlink"/>
  <p:sldLayoutIdLst>
    <p:sldLayoutId id="2147483969" r:id="rId1"/>
    <p:sldLayoutId id="2147483970" r:id="rId2"/>
    <p:sldLayoutId id="2147483971" r:id="rId3"/>
    <p:sldLayoutId id="2147483972" r:id="rId4"/>
    <p:sldLayoutId id="2147483973" r:id="rId5"/>
    <p:sldLayoutId id="2147483876" r:id="rId6"/>
    <p:sldLayoutId id="2147484020" r:id="rId7"/>
    <p:sldLayoutId id="2147484021" r:id="rId8"/>
    <p:sldLayoutId id="2147484022" r:id="rId9"/>
    <p:sldLayoutId id="2147484023" r:id="rId10"/>
    <p:sldLayoutId id="2147483867" r:id="rId11"/>
    <p:sldLayoutId id="2147483868" r:id="rId12"/>
    <p:sldLayoutId id="2147483953" r:id="rId13"/>
    <p:sldLayoutId id="2147483959" r:id="rId14"/>
    <p:sldLayoutId id="2147483863" r:id="rId15"/>
    <p:sldLayoutId id="2147483864" r:id="rId16"/>
    <p:sldLayoutId id="2147483865" r:id="rId17"/>
    <p:sldLayoutId id="2147483878" r:id="rId18"/>
    <p:sldLayoutId id="2147483879" r:id="rId19"/>
    <p:sldLayoutId id="2147483877" r:id="rId20"/>
    <p:sldLayoutId id="2147483963" r:id="rId21"/>
    <p:sldLayoutId id="2147483960" r:id="rId22"/>
    <p:sldLayoutId id="2147483961" r:id="rId23"/>
    <p:sldLayoutId id="2147483958" r:id="rId24"/>
    <p:sldLayoutId id="2147483956" r:id="rId25"/>
    <p:sldLayoutId id="2147483955" r:id="rId26"/>
    <p:sldLayoutId id="2147483954" r:id="rId27"/>
    <p:sldLayoutId id="2147483924" r:id="rId28"/>
    <p:sldLayoutId id="2147483847" r:id="rId29"/>
    <p:sldLayoutId id="2147483962" r:id="rId30"/>
    <p:sldLayoutId id="2147483848" r:id="rId31"/>
    <p:sldLayoutId id="2147483849" r:id="rId32"/>
    <p:sldLayoutId id="2147483957" r:id="rId33"/>
    <p:sldLayoutId id="2147483850" r:id="rId34"/>
    <p:sldLayoutId id="2147483923" r:id="rId35"/>
    <p:sldLayoutId id="2147483851" r:id="rId36"/>
    <p:sldLayoutId id="2147483852" r:id="rId37"/>
    <p:sldLayoutId id="2147483853" r:id="rId38"/>
    <p:sldLayoutId id="2147483854" r:id="rId39"/>
    <p:sldLayoutId id="2147483855" r:id="rId40"/>
    <p:sldLayoutId id="2147483856" r:id="rId41"/>
    <p:sldLayoutId id="2147483857" r:id="rId42"/>
    <p:sldLayoutId id="2147483858" r:id="rId43"/>
    <p:sldLayoutId id="2147483859" r:id="rId44"/>
    <p:sldLayoutId id="2147483860" r:id="rId45"/>
    <p:sldLayoutId id="2147483861" r:id="rId46"/>
    <p:sldLayoutId id="2147483862" r:id="rId47"/>
    <p:sldLayoutId id="2147483968" r:id="rId48"/>
    <p:sldLayoutId id="2147483866" r:id="rId49"/>
    <p:sldLayoutId id="2147483869" r:id="rId50"/>
    <p:sldLayoutId id="2147484024" r:id="rId51"/>
    <p:sldLayoutId id="2147484026" r:id="rId5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hdr="0" dt="0"/>
  <p:txStyles>
    <p:titleStyle>
      <a:lvl1pPr marL="0" indent="0" algn="l" defTabSz="914400" rtl="0" eaLnBrk="1" latinLnBrk="0" hangingPunct="1">
        <a:lnSpc>
          <a:spcPct val="90000"/>
        </a:lnSpc>
        <a:spcBef>
          <a:spcPts val="1000"/>
        </a:spcBef>
        <a:buFont typeface="Arial" panose="020B0604020202020204" pitchFamily="34" charset="0"/>
        <a:buNone/>
        <a:defRPr lang="en-GB" sz="2500" b="1" kern="1200" dirty="0">
          <a:solidFill>
            <a:schemeClr val="tx1"/>
          </a:solidFill>
          <a:latin typeface="+mn-lt"/>
          <a:ea typeface="+mn-ea"/>
          <a:cs typeface="+mn-cs"/>
        </a:defRPr>
      </a:lvl1pPr>
    </p:titleStyle>
    <p:bodyStyle>
      <a:lvl1pPr marL="0" indent="0" algn="l" defTabSz="914400" rtl="0" eaLnBrk="1" latinLnBrk="0" hangingPunct="1">
        <a:lnSpc>
          <a:spcPct val="90000"/>
        </a:lnSpc>
        <a:spcBef>
          <a:spcPts val="1000"/>
        </a:spcBef>
        <a:spcAft>
          <a:spcPts val="600"/>
        </a:spcAft>
        <a:buFont typeface="Arial" panose="020B0604020202020204" pitchFamily="34" charset="0"/>
        <a:buNone/>
        <a:defRPr sz="2200" b="1" kern="1200">
          <a:solidFill>
            <a:schemeClr val="accent1"/>
          </a:solidFill>
          <a:latin typeface="+mn-lt"/>
          <a:ea typeface="+mn-ea"/>
          <a:cs typeface="+mn-cs"/>
        </a:defRPr>
      </a:lvl1pPr>
      <a:lvl2pPr marL="0" indent="0" algn="l" defTabSz="914400" rtl="0" eaLnBrk="1" latinLnBrk="0" hangingPunct="1">
        <a:lnSpc>
          <a:spcPct val="90000"/>
        </a:lnSpc>
        <a:spcBef>
          <a:spcPts val="500"/>
        </a:spcBef>
        <a:spcAft>
          <a:spcPts val="600"/>
        </a:spcAft>
        <a:buFont typeface="Arial" panose="020B0604020202020204" pitchFamily="34" charset="0"/>
        <a:buNone/>
        <a:defRPr sz="2200" kern="1200">
          <a:solidFill>
            <a:schemeClr val="tx1"/>
          </a:solidFill>
          <a:latin typeface="+mn-lt"/>
          <a:ea typeface="+mn-ea"/>
          <a:cs typeface="+mn-cs"/>
        </a:defRPr>
      </a:lvl2pPr>
      <a:lvl3pPr marL="228600" indent="-228600" algn="l" defTabSz="914400" rtl="0" eaLnBrk="1" latinLnBrk="0" hangingPunct="1">
        <a:lnSpc>
          <a:spcPct val="90000"/>
        </a:lnSpc>
        <a:spcBef>
          <a:spcPts val="500"/>
        </a:spcBef>
        <a:buClr>
          <a:schemeClr val="accent1"/>
        </a:buClr>
        <a:buFont typeface="Arial" panose="020B0604020202020204" pitchFamily="34" charset="0"/>
        <a:buChar char="–"/>
        <a:defRPr sz="2000" kern="1200">
          <a:solidFill>
            <a:schemeClr val="tx1"/>
          </a:solidFill>
          <a:latin typeface="+mn-lt"/>
          <a:ea typeface="+mn-ea"/>
          <a:cs typeface="+mn-cs"/>
        </a:defRPr>
      </a:lvl3pPr>
      <a:lvl4pPr marL="447675"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4pPr>
      <a:lvl5pPr marL="714375" indent="-228600" algn="l" defTabSz="914400" rtl="0" eaLnBrk="1" latinLnBrk="0" hangingPunct="1">
        <a:lnSpc>
          <a:spcPct val="90000"/>
        </a:lnSpc>
        <a:spcBef>
          <a:spcPts val="500"/>
        </a:spcBef>
        <a:buClr>
          <a:schemeClr val="accent1"/>
        </a:buClr>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pos="7491" userDrawn="1">
          <p15:clr>
            <a:srgbClr val="F26B43"/>
          </p15:clr>
        </p15:guide>
        <p15:guide id="4" pos="189" userDrawn="1">
          <p15:clr>
            <a:srgbClr val="F26B43"/>
          </p15:clr>
        </p15:guide>
        <p15:guide id="5" orient="horz" pos="3974" userDrawn="1">
          <p15:clr>
            <a:srgbClr val="F26B43"/>
          </p15:clr>
        </p15:guide>
        <p15:guide id="6" orient="horz" pos="777"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8.xml"/></Relationships>
</file>

<file path=ppt/slides/_rels/slide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51.xml"/></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5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s>
</file>

<file path=ppt/slides/_rels/slide9.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51.xml"/></Relationships>
</file>

<file path=ppt/slides/_rels/slide10.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5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2.xml"/><Relationship Id="rId7" Type="http://schemas.openxmlformats.org/officeDocument/2006/relationships/chart" Target="../charts/chart1.xml"/><Relationship Id="rId2" Type="http://schemas.openxmlformats.org/officeDocument/2006/relationships/diagramData" Target="../diagrams/data2.xml"/><Relationship Id="rId1" Type="http://schemas.openxmlformats.org/officeDocument/2006/relationships/slideLayout" Target="../slideLayouts/slideLayout5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40.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 name="Text Placeholder 19">
            <a:extLst>
              <a:ext uri="{FF2B5EF4-FFF2-40B4-BE49-F238E27FC236}">
                <a16:creationId xmlns:a16="http://schemas.microsoft.com/office/drawing/2014/main" id="{EF073C79-2B43-257B-E15E-8FA2BAC2136D}"/>
              </a:ext>
            </a:extLst>
          </p:cNvPr>
          <p:cNvSpPr>
            <a:spLocks noGrp="1"/>
          </p:cNvSpPr>
          <p:nvPr>
            <p:ph type="body" sz="quarter" idx="10"/>
          </p:nvPr>
        </p:nvSpPr>
        <p:spPr>
          <a:xfrm>
            <a:off x="1219958" y="1130678"/>
            <a:ext cx="10548938" cy="1681162"/>
          </a:xfrm>
        </p:spPr>
        <p:txBody>
          <a:bodyPr lIns="91440" tIns="45720" rIns="91440" bIns="45720" anchor="t"/>
          <a:lstStyle/>
          <a:p>
            <a:r>
              <a:rPr lang="en-US" dirty="0"/>
              <a:t>Z</a:t>
            </a:r>
            <a:r>
              <a:rPr lang="hu-HU" dirty="0"/>
              <a:t>IV</a:t>
            </a:r>
            <a:r>
              <a:rPr lang="en-US" dirty="0"/>
              <a:t> </a:t>
            </a:r>
            <a:r>
              <a:rPr lang="hu-HU" dirty="0"/>
              <a:t>Delta – Zalaszentivan deltatrack construction</a:t>
            </a:r>
          </a:p>
          <a:p>
            <a:r>
              <a:rPr lang="hu-HU" sz="1600" dirty="0"/>
              <a:t>Kick-Off Meeting – 11.09.2026.</a:t>
            </a:r>
          </a:p>
          <a:p>
            <a:endParaRPr lang="en-US" sz="1400" dirty="0"/>
          </a:p>
        </p:txBody>
      </p:sp>
      <p:sp>
        <p:nvSpPr>
          <p:cNvPr id="2" name="Text Placeholder 2">
            <a:extLst>
              <a:ext uri="{FF2B5EF4-FFF2-40B4-BE49-F238E27FC236}">
                <a16:creationId xmlns:a16="http://schemas.microsoft.com/office/drawing/2014/main" id="{1F631D52-C02E-0D66-CB19-AA1D8368C3B5}"/>
              </a:ext>
            </a:extLst>
          </p:cNvPr>
          <p:cNvSpPr>
            <a:spLocks noGrp="1"/>
          </p:cNvSpPr>
          <p:nvPr>
            <p:ph type="body" sz="quarter" idx="11"/>
          </p:nvPr>
        </p:nvSpPr>
        <p:spPr>
          <a:xfrm>
            <a:off x="300038" y="6375593"/>
            <a:ext cx="11591925" cy="360363"/>
          </a:xfrm>
        </p:spPr>
        <p:txBody>
          <a:bodyPr/>
          <a:lstStyle/>
          <a:p>
            <a:r>
              <a:rPr lang="en-GB" sz="1050" dirty="0">
                <a:solidFill>
                  <a:srgbClr val="9AAC77"/>
                </a:solidFill>
              </a:rPr>
              <a:t>Hitachi Rail – Internal</a:t>
            </a:r>
            <a:endParaRPr lang="en-GB" sz="1050" dirty="0">
              <a:solidFill>
                <a:schemeClr val="accent1"/>
              </a:solidFill>
            </a:endParaRPr>
          </a:p>
        </p:txBody>
      </p:sp>
    </p:spTree>
    <p:extLst>
      <p:ext uri="{BB962C8B-B14F-4D97-AF65-F5344CB8AC3E}">
        <p14:creationId xmlns:p14="http://schemas.microsoft.com/office/powerpoint/2010/main" val="23038994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826C2E-AC0D-448A-9736-0B0C3F8B4A34}"/>
              </a:ext>
            </a:extLst>
          </p:cNvPr>
          <p:cNvSpPr>
            <a:spLocks noGrp="1"/>
          </p:cNvSpPr>
          <p:nvPr>
            <p:ph type="title"/>
          </p:nvPr>
        </p:nvSpPr>
        <p:spPr/>
        <p:txBody>
          <a:bodyPr/>
          <a:lstStyle/>
          <a:p>
            <a:r>
              <a:rPr lang="hu-HU" dirty="0"/>
              <a:t>Overview</a:t>
            </a:r>
            <a:endParaRPr dirty="0"/>
          </a:p>
        </p:txBody>
      </p:sp>
      <p:pic>
        <p:nvPicPr>
          <p:cNvPr id="4" name="Picture 3">
            <a:extLst>
              <a:ext uri="{FF2B5EF4-FFF2-40B4-BE49-F238E27FC236}">
                <a16:creationId xmlns:a16="http://schemas.microsoft.com/office/drawing/2014/main" id="{B7B58B2E-A558-4B04-B0C9-896ED2EF27E6}"/>
              </a:ext>
            </a:extLst>
          </p:cNvPr>
          <p:cNvPicPr>
            <a:picLocks noChangeAspect="1"/>
          </p:cNvPicPr>
          <p:nvPr/>
        </p:nvPicPr>
        <p:blipFill>
          <a:blip r:embed="rId2"/>
          <a:stretch>
            <a:fillRect/>
          </a:stretch>
        </p:blipFill>
        <p:spPr>
          <a:xfrm>
            <a:off x="1953846" y="959780"/>
            <a:ext cx="8331985" cy="5898220"/>
          </a:xfrm>
          <a:prstGeom prst="rect">
            <a:avLst/>
          </a:prstGeom>
        </p:spPr>
      </p:pic>
    </p:spTree>
    <p:extLst>
      <p:ext uri="{BB962C8B-B14F-4D97-AF65-F5344CB8AC3E}">
        <p14:creationId xmlns:p14="http://schemas.microsoft.com/office/powerpoint/2010/main" val="314407311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9C32B1-1D74-96EF-25C4-6DF94681A1F7}"/>
              </a:ext>
            </a:extLst>
          </p:cNvPr>
          <p:cNvSpPr>
            <a:spLocks noGrp="1"/>
          </p:cNvSpPr>
          <p:nvPr>
            <p:ph type="title"/>
          </p:nvPr>
        </p:nvSpPr>
        <p:spPr/>
        <p:txBody>
          <a:bodyPr/>
          <a:lstStyle/>
          <a:p>
            <a:r>
              <a:rPr lang="hu-HU" dirty="0"/>
              <a:t>Project Structure and Stakeholders</a:t>
            </a:r>
          </a:p>
        </p:txBody>
      </p:sp>
      <p:graphicFrame>
        <p:nvGraphicFramePr>
          <p:cNvPr id="14" name="Diagram 13">
            <a:extLst>
              <a:ext uri="{FF2B5EF4-FFF2-40B4-BE49-F238E27FC236}">
                <a16:creationId xmlns:a16="http://schemas.microsoft.com/office/drawing/2014/main" id="{E14A0F43-D517-BA4B-9317-585CC1502934}"/>
              </a:ext>
            </a:extLst>
          </p:cNvPr>
          <p:cNvGraphicFramePr/>
          <p:nvPr>
            <p:extLst>
              <p:ext uri="{D42A27DB-BD31-4B8C-83A1-F6EECF244321}">
                <p14:modId xmlns:p14="http://schemas.microsoft.com/office/powerpoint/2010/main" val="2755738851"/>
              </p:ext>
            </p:extLst>
          </p:nvPr>
        </p:nvGraphicFramePr>
        <p:xfrm>
          <a:off x="2895602" y="981067"/>
          <a:ext cx="9444655" cy="510446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17" name="TextBox 16">
            <a:extLst>
              <a:ext uri="{FF2B5EF4-FFF2-40B4-BE49-F238E27FC236}">
                <a16:creationId xmlns:a16="http://schemas.microsoft.com/office/drawing/2014/main" id="{A70514BC-8251-CAD7-AC35-2ABD5DD581E0}"/>
              </a:ext>
            </a:extLst>
          </p:cNvPr>
          <p:cNvSpPr txBox="1"/>
          <p:nvPr/>
        </p:nvSpPr>
        <p:spPr>
          <a:xfrm>
            <a:off x="6793811" y="2184928"/>
            <a:ext cx="4620359" cy="1077218"/>
          </a:xfrm>
          <a:prstGeom prst="rect">
            <a:avLst/>
          </a:prstGeom>
          <a:noFill/>
        </p:spPr>
        <p:txBody>
          <a:bodyPr wrap="square" rtlCol="0">
            <a:spAutoFit/>
          </a:bodyPr>
          <a:lstStyle/>
          <a:p>
            <a:r>
              <a:rPr lang="hu-HU" sz="1600" dirty="0"/>
              <a:t>Main Contractor (Scope: Trackside, OCL, Civil Works, Utilities, Cable Ducting Works, IXL, ETCS, Telco)</a:t>
            </a:r>
            <a:br>
              <a:rPr lang="hu-HU" sz="1600" dirty="0"/>
            </a:br>
            <a:r>
              <a:rPr lang="hu-HU" sz="1600" dirty="0"/>
              <a:t>(Effective date of contract: 09.04.2026.)</a:t>
            </a:r>
          </a:p>
        </p:txBody>
      </p:sp>
      <p:sp>
        <p:nvSpPr>
          <p:cNvPr id="19" name="TextBox 18">
            <a:extLst>
              <a:ext uri="{FF2B5EF4-FFF2-40B4-BE49-F238E27FC236}">
                <a16:creationId xmlns:a16="http://schemas.microsoft.com/office/drawing/2014/main" id="{F0D324B5-BB78-ABB5-D387-89FCD20A1721}"/>
              </a:ext>
            </a:extLst>
          </p:cNvPr>
          <p:cNvSpPr txBox="1"/>
          <p:nvPr/>
        </p:nvSpPr>
        <p:spPr>
          <a:xfrm>
            <a:off x="6826894" y="3262146"/>
            <a:ext cx="4525468" cy="584775"/>
          </a:xfrm>
          <a:prstGeom prst="rect">
            <a:avLst/>
          </a:prstGeom>
          <a:noFill/>
        </p:spPr>
        <p:txBody>
          <a:bodyPr wrap="square" rtlCol="0">
            <a:spAutoFit/>
          </a:bodyPr>
          <a:lstStyle/>
          <a:p>
            <a:r>
              <a:rPr lang="hu-HU" sz="1600" dirty="0"/>
              <a:t>Lvl 1. Subcontractor (Scope: IXL, ETCS , Telco)</a:t>
            </a:r>
            <a:br>
              <a:rPr lang="hu-HU" sz="1600" dirty="0"/>
            </a:br>
            <a:r>
              <a:rPr lang="hu-HU" sz="1600" dirty="0"/>
              <a:t>(Effective date of contract: 15.06.2026.)</a:t>
            </a:r>
          </a:p>
        </p:txBody>
      </p:sp>
      <p:sp>
        <p:nvSpPr>
          <p:cNvPr id="21" name="TextBox 20">
            <a:extLst>
              <a:ext uri="{FF2B5EF4-FFF2-40B4-BE49-F238E27FC236}">
                <a16:creationId xmlns:a16="http://schemas.microsoft.com/office/drawing/2014/main" id="{52D3FB7A-2472-5719-D829-79203B1C0FA0}"/>
              </a:ext>
            </a:extLst>
          </p:cNvPr>
          <p:cNvSpPr txBox="1"/>
          <p:nvPr/>
        </p:nvSpPr>
        <p:spPr>
          <a:xfrm>
            <a:off x="6826893" y="3981573"/>
            <a:ext cx="4525467" cy="584775"/>
          </a:xfrm>
          <a:prstGeom prst="rect">
            <a:avLst/>
          </a:prstGeom>
          <a:noFill/>
        </p:spPr>
        <p:txBody>
          <a:bodyPr wrap="square" rtlCol="0">
            <a:spAutoFit/>
          </a:bodyPr>
          <a:lstStyle/>
          <a:p>
            <a:r>
              <a:rPr lang="hu-HU" sz="1600" dirty="0"/>
              <a:t>Lvl 2. Subcontractor (Scope: IXL, ETCS)</a:t>
            </a:r>
            <a:br>
              <a:rPr lang="hu-HU" sz="1600" dirty="0"/>
            </a:br>
            <a:r>
              <a:rPr lang="hu-HU" sz="1600" dirty="0"/>
              <a:t>(Contract is not yet signed. Under preparation.)</a:t>
            </a:r>
          </a:p>
        </p:txBody>
      </p:sp>
      <p:sp>
        <p:nvSpPr>
          <p:cNvPr id="23" name="TextBox 22">
            <a:extLst>
              <a:ext uri="{FF2B5EF4-FFF2-40B4-BE49-F238E27FC236}">
                <a16:creationId xmlns:a16="http://schemas.microsoft.com/office/drawing/2014/main" id="{4AEFBDB5-576D-8F1C-7737-7BEDE1E72CA1}"/>
              </a:ext>
            </a:extLst>
          </p:cNvPr>
          <p:cNvSpPr txBox="1"/>
          <p:nvPr/>
        </p:nvSpPr>
        <p:spPr>
          <a:xfrm>
            <a:off x="4340520" y="5928539"/>
            <a:ext cx="1108336" cy="307777"/>
          </a:xfrm>
          <a:prstGeom prst="rect">
            <a:avLst/>
          </a:prstGeom>
          <a:noFill/>
        </p:spPr>
        <p:txBody>
          <a:bodyPr wrap="square" rtlCol="0">
            <a:spAutoFit/>
          </a:bodyPr>
          <a:lstStyle/>
          <a:p>
            <a:pPr algn="ctr"/>
            <a:r>
              <a:rPr lang="hu-HU" sz="1400" dirty="0"/>
              <a:t>End User</a:t>
            </a:r>
          </a:p>
        </p:txBody>
      </p:sp>
      <p:sp>
        <p:nvSpPr>
          <p:cNvPr id="25" name="TextBox 24">
            <a:extLst>
              <a:ext uri="{FF2B5EF4-FFF2-40B4-BE49-F238E27FC236}">
                <a16:creationId xmlns:a16="http://schemas.microsoft.com/office/drawing/2014/main" id="{CC49F675-ABB1-B85B-7940-77093C431298}"/>
              </a:ext>
            </a:extLst>
          </p:cNvPr>
          <p:cNvSpPr txBox="1"/>
          <p:nvPr/>
        </p:nvSpPr>
        <p:spPr>
          <a:xfrm>
            <a:off x="5768538" y="1341461"/>
            <a:ext cx="1362269" cy="338554"/>
          </a:xfrm>
          <a:prstGeom prst="rect">
            <a:avLst/>
          </a:prstGeom>
          <a:noFill/>
        </p:spPr>
        <p:txBody>
          <a:bodyPr wrap="square" rtlCol="0">
            <a:spAutoFit/>
          </a:bodyPr>
          <a:lstStyle/>
          <a:p>
            <a:r>
              <a:rPr lang="hu-HU" sz="1600" dirty="0"/>
              <a:t>Customer</a:t>
            </a:r>
            <a:endParaRPr lang="hu-HU" dirty="0"/>
          </a:p>
        </p:txBody>
      </p:sp>
      <p:sp>
        <p:nvSpPr>
          <p:cNvPr id="29" name="TextBox 28">
            <a:extLst>
              <a:ext uri="{FF2B5EF4-FFF2-40B4-BE49-F238E27FC236}">
                <a16:creationId xmlns:a16="http://schemas.microsoft.com/office/drawing/2014/main" id="{54AAF2FD-454B-F343-D954-4E72EE47E4E4}"/>
              </a:ext>
            </a:extLst>
          </p:cNvPr>
          <p:cNvSpPr txBox="1"/>
          <p:nvPr/>
        </p:nvSpPr>
        <p:spPr>
          <a:xfrm>
            <a:off x="5895505" y="5863883"/>
            <a:ext cx="1108336" cy="523220"/>
          </a:xfrm>
          <a:prstGeom prst="rect">
            <a:avLst/>
          </a:prstGeom>
          <a:noFill/>
        </p:spPr>
        <p:txBody>
          <a:bodyPr wrap="square" rtlCol="0">
            <a:spAutoFit/>
          </a:bodyPr>
          <a:lstStyle/>
          <a:p>
            <a:pPr algn="ctr"/>
            <a:r>
              <a:rPr lang="hu-HU" sz="1400" dirty="0"/>
              <a:t>Indep. Enginner</a:t>
            </a:r>
          </a:p>
        </p:txBody>
      </p:sp>
      <p:sp>
        <p:nvSpPr>
          <p:cNvPr id="31" name="TextBox 30">
            <a:extLst>
              <a:ext uri="{FF2B5EF4-FFF2-40B4-BE49-F238E27FC236}">
                <a16:creationId xmlns:a16="http://schemas.microsoft.com/office/drawing/2014/main" id="{FC2CF42D-7538-73A6-DFB6-394E025DAFBE}"/>
              </a:ext>
            </a:extLst>
          </p:cNvPr>
          <p:cNvSpPr txBox="1"/>
          <p:nvPr/>
        </p:nvSpPr>
        <p:spPr>
          <a:xfrm>
            <a:off x="7450490" y="5783523"/>
            <a:ext cx="1108336" cy="738664"/>
          </a:xfrm>
          <a:prstGeom prst="rect">
            <a:avLst/>
          </a:prstGeom>
          <a:noFill/>
        </p:spPr>
        <p:txBody>
          <a:bodyPr wrap="square" rtlCol="0">
            <a:spAutoFit/>
          </a:bodyPr>
          <a:lstStyle/>
          <a:p>
            <a:pPr algn="ctr"/>
            <a:r>
              <a:rPr lang="hu-HU" sz="1400" dirty="0"/>
              <a:t>NoBo, DeBo, AsBo</a:t>
            </a:r>
          </a:p>
        </p:txBody>
      </p:sp>
    </p:spTree>
    <p:extLst>
      <p:ext uri="{BB962C8B-B14F-4D97-AF65-F5344CB8AC3E}">
        <p14:creationId xmlns:p14="http://schemas.microsoft.com/office/powerpoint/2010/main" val="7523320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E846E2-98B8-89AA-0AEF-F39F80DA378D}"/>
              </a:ext>
            </a:extLst>
          </p:cNvPr>
          <p:cNvSpPr>
            <a:spLocks noGrp="1"/>
          </p:cNvSpPr>
          <p:nvPr>
            <p:ph type="title"/>
          </p:nvPr>
        </p:nvSpPr>
        <p:spPr/>
        <p:txBody>
          <a:bodyPr>
            <a:normAutofit fontScale="90000"/>
          </a:bodyPr>
          <a:lstStyle/>
          <a:p>
            <a:r>
              <a:rPr lang="hu-HU" sz="2800" dirty="0">
                <a:solidFill>
                  <a:srgbClr val="20262B"/>
                </a:solidFill>
              </a:rPr>
              <a:t>OBS ZIV Delta – Project Team Organisation</a:t>
            </a:r>
            <a:br>
              <a:rPr lang="hu-HU" sz="2800" dirty="0">
                <a:solidFill>
                  <a:srgbClr val="20262B"/>
                </a:solidFill>
              </a:rPr>
            </a:br>
            <a:endParaRPr lang="hu-HU" dirty="0"/>
          </a:p>
        </p:txBody>
      </p:sp>
      <p:sp>
        <p:nvSpPr>
          <p:cNvPr id="3" name="Rounded Rectangle 5">
            <a:extLst>
              <a:ext uri="{FF2B5EF4-FFF2-40B4-BE49-F238E27FC236}">
                <a16:creationId xmlns:a16="http://schemas.microsoft.com/office/drawing/2014/main" id="{5E536DBB-13A3-708D-B881-8D31F50DAF06}"/>
              </a:ext>
            </a:extLst>
          </p:cNvPr>
          <p:cNvSpPr/>
          <p:nvPr/>
        </p:nvSpPr>
        <p:spPr>
          <a:xfrm>
            <a:off x="4841720" y="1077009"/>
            <a:ext cx="2331720" cy="530352"/>
          </a:xfrm>
          <a:prstGeom prst="roundRect">
            <a:avLst/>
          </a:prstGeom>
          <a:solidFill>
            <a:srgbClr val="E1E1E1"/>
          </a:solidFill>
          <a:ln w="17780">
            <a:solidFill>
              <a:srgbClr val="DC001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1000" b="1">
                <a:solidFill>
                  <a:srgbClr val="253468"/>
                </a:solidFill>
                <a:latin typeface="Arial"/>
              </a:rPr>
              <a:t>PROJECT MANAGER</a:t>
            </a:r>
          </a:p>
          <a:p>
            <a:pPr algn="ctr"/>
            <a:r>
              <a:rPr sz="950" b="1">
                <a:solidFill>
                  <a:srgbClr val="253468"/>
                </a:solidFill>
                <a:latin typeface="Arial"/>
              </a:rPr>
              <a:t>G. PAPP</a:t>
            </a:r>
          </a:p>
        </p:txBody>
      </p:sp>
      <p:sp>
        <p:nvSpPr>
          <p:cNvPr id="4" name="Rounded Rectangle 6">
            <a:extLst>
              <a:ext uri="{FF2B5EF4-FFF2-40B4-BE49-F238E27FC236}">
                <a16:creationId xmlns:a16="http://schemas.microsoft.com/office/drawing/2014/main" id="{33B7E4E7-2932-D87A-97F7-1D37B79A70A4}"/>
              </a:ext>
            </a:extLst>
          </p:cNvPr>
          <p:cNvSpPr/>
          <p:nvPr/>
        </p:nvSpPr>
        <p:spPr>
          <a:xfrm>
            <a:off x="4841720" y="1945688"/>
            <a:ext cx="2331720" cy="530352"/>
          </a:xfrm>
          <a:prstGeom prst="roundRect">
            <a:avLst/>
          </a:prstGeom>
          <a:solidFill>
            <a:srgbClr val="E1E1E1"/>
          </a:solidFill>
          <a:ln w="17780">
            <a:solidFill>
              <a:srgbClr val="DC001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1000" b="1">
                <a:solidFill>
                  <a:srgbClr val="253468"/>
                </a:solidFill>
                <a:latin typeface="Arial"/>
              </a:rPr>
              <a:t>PROJECT ENGINEER</a:t>
            </a:r>
          </a:p>
          <a:p>
            <a:pPr algn="ctr"/>
            <a:r>
              <a:rPr sz="950" b="1">
                <a:solidFill>
                  <a:srgbClr val="253468"/>
                </a:solidFill>
                <a:latin typeface="Arial"/>
              </a:rPr>
              <a:t>R. SZALAY</a:t>
            </a:r>
          </a:p>
        </p:txBody>
      </p:sp>
      <p:cxnSp>
        <p:nvCxnSpPr>
          <p:cNvPr id="5" name="Connector 7">
            <a:extLst>
              <a:ext uri="{FF2B5EF4-FFF2-40B4-BE49-F238E27FC236}">
                <a16:creationId xmlns:a16="http://schemas.microsoft.com/office/drawing/2014/main" id="{63354A50-FD82-01EA-8549-5A80C61B6253}"/>
              </a:ext>
            </a:extLst>
          </p:cNvPr>
          <p:cNvCxnSpPr/>
          <p:nvPr/>
        </p:nvCxnSpPr>
        <p:spPr>
          <a:xfrm>
            <a:off x="6007580" y="1607361"/>
            <a:ext cx="0" cy="338327"/>
          </a:xfrm>
          <a:prstGeom prst="line">
            <a:avLst/>
          </a:prstGeom>
          <a:ln w="15240">
            <a:solidFill>
              <a:srgbClr val="DC0019"/>
            </a:solidFill>
          </a:ln>
        </p:spPr>
        <p:style>
          <a:lnRef idx="2">
            <a:schemeClr val="accent1"/>
          </a:lnRef>
          <a:fillRef idx="0">
            <a:schemeClr val="accent1"/>
          </a:fillRef>
          <a:effectRef idx="1">
            <a:schemeClr val="accent1"/>
          </a:effectRef>
          <a:fontRef idx="minor">
            <a:schemeClr val="tx1"/>
          </a:fontRef>
        </p:style>
      </p:cxnSp>
      <p:sp>
        <p:nvSpPr>
          <p:cNvPr id="6" name="TextBox 8">
            <a:extLst>
              <a:ext uri="{FF2B5EF4-FFF2-40B4-BE49-F238E27FC236}">
                <a16:creationId xmlns:a16="http://schemas.microsoft.com/office/drawing/2014/main" id="{6B1B72F0-3EC5-51B7-4569-73AE363092E8}"/>
              </a:ext>
            </a:extLst>
          </p:cNvPr>
          <p:cNvSpPr txBox="1"/>
          <p:nvPr/>
        </p:nvSpPr>
        <p:spPr>
          <a:xfrm>
            <a:off x="425168" y="1058721"/>
            <a:ext cx="1828800" cy="256032"/>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100" b="1">
                <a:solidFill>
                  <a:srgbClr val="20262B"/>
                </a:solidFill>
                <a:latin typeface="Arial"/>
              </a:rPr>
              <a:t>Core project team</a:t>
            </a:r>
          </a:p>
        </p:txBody>
      </p:sp>
      <p:sp>
        <p:nvSpPr>
          <p:cNvPr id="7" name="Rounded Rectangle 9">
            <a:extLst>
              <a:ext uri="{FF2B5EF4-FFF2-40B4-BE49-F238E27FC236}">
                <a16:creationId xmlns:a16="http://schemas.microsoft.com/office/drawing/2014/main" id="{318B95B3-6B75-846A-0894-FFDBC7BCD089}"/>
              </a:ext>
            </a:extLst>
          </p:cNvPr>
          <p:cNvSpPr/>
          <p:nvPr/>
        </p:nvSpPr>
        <p:spPr>
          <a:xfrm>
            <a:off x="406880" y="139704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819" b="1" dirty="0">
                <a:solidFill>
                  <a:srgbClr val="253468"/>
                </a:solidFill>
                <a:latin typeface="Arial"/>
              </a:rPr>
              <a:t>PROJECT CONTROLLER</a:t>
            </a:r>
          </a:p>
          <a:p>
            <a:pPr algn="ctr"/>
            <a:r>
              <a:rPr lang="sk-SK" sz="769" b="1" dirty="0">
                <a:solidFill>
                  <a:srgbClr val="253468"/>
                </a:solidFill>
                <a:latin typeface="Arial"/>
              </a:rPr>
              <a:t>W. WIMMER</a:t>
            </a:r>
            <a:endParaRPr sz="769" b="1" dirty="0">
              <a:solidFill>
                <a:srgbClr val="253468"/>
              </a:solidFill>
              <a:latin typeface="Arial"/>
            </a:endParaRPr>
          </a:p>
        </p:txBody>
      </p:sp>
      <p:cxnSp>
        <p:nvCxnSpPr>
          <p:cNvPr id="8" name="Connector 10">
            <a:extLst>
              <a:ext uri="{FF2B5EF4-FFF2-40B4-BE49-F238E27FC236}">
                <a16:creationId xmlns:a16="http://schemas.microsoft.com/office/drawing/2014/main" id="{8519A585-EA1F-C9B9-C4A2-DF594CD5436E}"/>
              </a:ext>
            </a:extLst>
          </p:cNvPr>
          <p:cNvCxnSpPr/>
          <p:nvPr/>
        </p:nvCxnSpPr>
        <p:spPr>
          <a:xfrm>
            <a:off x="4411952" y="1653081"/>
            <a:ext cx="246888" cy="0"/>
          </a:xfrm>
          <a:prstGeom prst="line">
            <a:avLst/>
          </a:prstGeom>
          <a:ln w="10160">
            <a:solidFill>
              <a:srgbClr val="585858"/>
            </a:solidFill>
          </a:ln>
        </p:spPr>
        <p:style>
          <a:lnRef idx="2">
            <a:schemeClr val="accent1"/>
          </a:lnRef>
          <a:fillRef idx="0">
            <a:schemeClr val="accent1"/>
          </a:fillRef>
          <a:effectRef idx="1">
            <a:schemeClr val="accent1"/>
          </a:effectRef>
          <a:fontRef idx="minor">
            <a:schemeClr val="tx1"/>
          </a:fontRef>
        </p:style>
      </p:cxnSp>
      <p:sp>
        <p:nvSpPr>
          <p:cNvPr id="9" name="Rounded Rectangle 11">
            <a:extLst>
              <a:ext uri="{FF2B5EF4-FFF2-40B4-BE49-F238E27FC236}">
                <a16:creationId xmlns:a16="http://schemas.microsoft.com/office/drawing/2014/main" id="{81C7CEBA-241D-1C05-7BB7-5B5BD22AB00A}"/>
              </a:ext>
            </a:extLst>
          </p:cNvPr>
          <p:cNvSpPr/>
          <p:nvPr/>
        </p:nvSpPr>
        <p:spPr>
          <a:xfrm>
            <a:off x="406880" y="199140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819" b="1">
                <a:solidFill>
                  <a:srgbClr val="253468"/>
                </a:solidFill>
                <a:latin typeface="Arial"/>
              </a:rPr>
              <a:t>CONTRACT MANAGER</a:t>
            </a:r>
          </a:p>
          <a:p>
            <a:pPr algn="ctr"/>
            <a:r>
              <a:rPr sz="769" b="1">
                <a:solidFill>
                  <a:srgbClr val="253468"/>
                </a:solidFill>
                <a:latin typeface="Arial"/>
              </a:rPr>
              <a:t>R. HEGEDUS</a:t>
            </a:r>
          </a:p>
        </p:txBody>
      </p:sp>
      <p:cxnSp>
        <p:nvCxnSpPr>
          <p:cNvPr id="10" name="Connector 12">
            <a:extLst>
              <a:ext uri="{FF2B5EF4-FFF2-40B4-BE49-F238E27FC236}">
                <a16:creationId xmlns:a16="http://schemas.microsoft.com/office/drawing/2014/main" id="{9C997817-8201-C384-F012-2CC53E5C40A2}"/>
              </a:ext>
            </a:extLst>
          </p:cNvPr>
          <p:cNvCxnSpPr/>
          <p:nvPr/>
        </p:nvCxnSpPr>
        <p:spPr>
          <a:xfrm>
            <a:off x="4411952" y="2247441"/>
            <a:ext cx="246888" cy="0"/>
          </a:xfrm>
          <a:prstGeom prst="line">
            <a:avLst/>
          </a:prstGeom>
          <a:ln w="10160">
            <a:solidFill>
              <a:srgbClr val="585858"/>
            </a:solidFill>
          </a:ln>
        </p:spPr>
        <p:style>
          <a:lnRef idx="2">
            <a:schemeClr val="accent1"/>
          </a:lnRef>
          <a:fillRef idx="0">
            <a:schemeClr val="accent1"/>
          </a:fillRef>
          <a:effectRef idx="1">
            <a:schemeClr val="accent1"/>
          </a:effectRef>
          <a:fontRef idx="minor">
            <a:schemeClr val="tx1"/>
          </a:fontRef>
        </p:style>
      </p:cxnSp>
      <p:sp>
        <p:nvSpPr>
          <p:cNvPr id="11" name="Rounded Rectangle 13">
            <a:extLst>
              <a:ext uri="{FF2B5EF4-FFF2-40B4-BE49-F238E27FC236}">
                <a16:creationId xmlns:a16="http://schemas.microsoft.com/office/drawing/2014/main" id="{6A2EAD50-A359-9931-28FB-B6A08AAE2599}"/>
              </a:ext>
            </a:extLst>
          </p:cNvPr>
          <p:cNvSpPr/>
          <p:nvPr/>
        </p:nvSpPr>
        <p:spPr>
          <a:xfrm>
            <a:off x="406880" y="258576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819" b="1">
                <a:solidFill>
                  <a:srgbClr val="253468"/>
                </a:solidFill>
                <a:latin typeface="Arial"/>
              </a:rPr>
              <a:t>HSE REFERENT</a:t>
            </a:r>
          </a:p>
          <a:p>
            <a:pPr algn="ctr"/>
            <a:r>
              <a:rPr sz="769" b="1">
                <a:solidFill>
                  <a:srgbClr val="253468"/>
                </a:solidFill>
                <a:latin typeface="Arial"/>
              </a:rPr>
              <a:t>L. PASZTOR</a:t>
            </a:r>
          </a:p>
        </p:txBody>
      </p:sp>
      <p:cxnSp>
        <p:nvCxnSpPr>
          <p:cNvPr id="12" name="Connector 14">
            <a:extLst>
              <a:ext uri="{FF2B5EF4-FFF2-40B4-BE49-F238E27FC236}">
                <a16:creationId xmlns:a16="http://schemas.microsoft.com/office/drawing/2014/main" id="{5DA20C50-1844-04FF-CD16-3C008DD6E6BB}"/>
              </a:ext>
            </a:extLst>
          </p:cNvPr>
          <p:cNvCxnSpPr/>
          <p:nvPr/>
        </p:nvCxnSpPr>
        <p:spPr>
          <a:xfrm>
            <a:off x="4411952" y="2841801"/>
            <a:ext cx="246888" cy="0"/>
          </a:xfrm>
          <a:prstGeom prst="line">
            <a:avLst/>
          </a:prstGeom>
          <a:ln w="10160">
            <a:solidFill>
              <a:srgbClr val="585858"/>
            </a:solidFill>
          </a:ln>
        </p:spPr>
        <p:style>
          <a:lnRef idx="2">
            <a:schemeClr val="accent1"/>
          </a:lnRef>
          <a:fillRef idx="0">
            <a:schemeClr val="accent1"/>
          </a:fillRef>
          <a:effectRef idx="1">
            <a:schemeClr val="accent1"/>
          </a:effectRef>
          <a:fontRef idx="minor">
            <a:schemeClr val="tx1"/>
          </a:fontRef>
        </p:style>
      </p:cxnSp>
      <p:sp>
        <p:nvSpPr>
          <p:cNvPr id="13" name="Rounded Rectangle 15">
            <a:extLst>
              <a:ext uri="{FF2B5EF4-FFF2-40B4-BE49-F238E27FC236}">
                <a16:creationId xmlns:a16="http://schemas.microsoft.com/office/drawing/2014/main" id="{F846DB00-DA93-EE42-4FC2-EAC58C4C961E}"/>
              </a:ext>
            </a:extLst>
          </p:cNvPr>
          <p:cNvSpPr/>
          <p:nvPr/>
        </p:nvSpPr>
        <p:spPr>
          <a:xfrm>
            <a:off x="2372840" y="1397049"/>
            <a:ext cx="1828800" cy="512064"/>
          </a:xfrm>
          <a:prstGeom prst="roundRect">
            <a:avLst/>
          </a:prstGeom>
          <a:solidFill>
            <a:srgbClr val="F2F2F2"/>
          </a:solidFill>
          <a:ln w="17780">
            <a:solidFill>
              <a:srgbClr val="DC001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819" b="1" dirty="0">
                <a:solidFill>
                  <a:srgbClr val="253468"/>
                </a:solidFill>
                <a:latin typeface="Arial"/>
              </a:rPr>
              <a:t>PROJECT QUALITY MANAGER</a:t>
            </a:r>
          </a:p>
          <a:p>
            <a:pPr algn="ctr"/>
            <a:r>
              <a:rPr sz="769" b="1" dirty="0">
                <a:solidFill>
                  <a:srgbClr val="253468"/>
                </a:solidFill>
                <a:latin typeface="Arial"/>
              </a:rPr>
              <a:t>D. </a:t>
            </a:r>
            <a:r>
              <a:rPr sz="769" b="1">
                <a:solidFill>
                  <a:srgbClr val="253468"/>
                </a:solidFill>
                <a:latin typeface="Arial"/>
              </a:rPr>
              <a:t>DAYLAN</a:t>
            </a:r>
          </a:p>
        </p:txBody>
      </p:sp>
      <p:cxnSp>
        <p:nvCxnSpPr>
          <p:cNvPr id="14" name="Connector 16">
            <a:extLst>
              <a:ext uri="{FF2B5EF4-FFF2-40B4-BE49-F238E27FC236}">
                <a16:creationId xmlns:a16="http://schemas.microsoft.com/office/drawing/2014/main" id="{0FF7CDB4-75D9-4E89-DAF0-ABD6D148C9C6}"/>
              </a:ext>
            </a:extLst>
          </p:cNvPr>
          <p:cNvCxnSpPr/>
          <p:nvPr/>
        </p:nvCxnSpPr>
        <p:spPr>
          <a:xfrm>
            <a:off x="4411952" y="1653081"/>
            <a:ext cx="246888" cy="0"/>
          </a:xfrm>
          <a:prstGeom prst="line">
            <a:avLst/>
          </a:prstGeom>
          <a:ln w="10160">
            <a:solidFill>
              <a:srgbClr val="585858"/>
            </a:solidFill>
          </a:ln>
        </p:spPr>
        <p:style>
          <a:lnRef idx="2">
            <a:schemeClr val="accent1"/>
          </a:lnRef>
          <a:fillRef idx="0">
            <a:schemeClr val="accent1"/>
          </a:fillRef>
          <a:effectRef idx="1">
            <a:schemeClr val="accent1"/>
          </a:effectRef>
          <a:fontRef idx="minor">
            <a:schemeClr val="tx1"/>
          </a:fontRef>
        </p:style>
      </p:cxnSp>
      <p:sp>
        <p:nvSpPr>
          <p:cNvPr id="15" name="Rounded Rectangle 17">
            <a:extLst>
              <a:ext uri="{FF2B5EF4-FFF2-40B4-BE49-F238E27FC236}">
                <a16:creationId xmlns:a16="http://schemas.microsoft.com/office/drawing/2014/main" id="{643CEFD0-BD50-DB81-BB8D-D9F5412CC8BD}"/>
              </a:ext>
            </a:extLst>
          </p:cNvPr>
          <p:cNvSpPr/>
          <p:nvPr/>
        </p:nvSpPr>
        <p:spPr>
          <a:xfrm>
            <a:off x="2372840" y="1991409"/>
            <a:ext cx="1828800" cy="512064"/>
          </a:xfrm>
          <a:prstGeom prst="roundRect">
            <a:avLst/>
          </a:prstGeom>
          <a:solidFill>
            <a:srgbClr val="F2F2F2"/>
          </a:solidFill>
          <a:ln w="17780">
            <a:solidFill>
              <a:srgbClr val="DC001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800" b="1" dirty="0">
                <a:solidFill>
                  <a:srgbClr val="253468"/>
                </a:solidFill>
                <a:latin typeface="Arial"/>
              </a:rPr>
              <a:t>SUPPLY CHAIN</a:t>
            </a:r>
            <a:r>
              <a:rPr lang="en-US" sz="800" b="1" dirty="0">
                <a:solidFill>
                  <a:srgbClr val="253468"/>
                </a:solidFill>
                <a:latin typeface="Arial"/>
              </a:rPr>
              <a:t> AND PROCUREMENT MANAGER</a:t>
            </a:r>
            <a:endParaRPr sz="819" b="1" dirty="0">
              <a:solidFill>
                <a:srgbClr val="253468"/>
              </a:solidFill>
              <a:highlight>
                <a:srgbClr val="FFFF00"/>
              </a:highlight>
              <a:latin typeface="Arial"/>
            </a:endParaRPr>
          </a:p>
          <a:p>
            <a:pPr algn="ctr"/>
            <a:r>
              <a:rPr lang="en-US" sz="800" b="1" dirty="0">
                <a:solidFill>
                  <a:srgbClr val="253468"/>
                </a:solidFill>
                <a:latin typeface="Arial"/>
              </a:rPr>
              <a:t>T. HITZINGER</a:t>
            </a:r>
            <a:endParaRPr lang="en-US" sz="800" dirty="0">
              <a:solidFill>
                <a:srgbClr val="000000"/>
              </a:solidFill>
              <a:latin typeface="Arial"/>
              <a:cs typeface="Arial"/>
            </a:endParaRPr>
          </a:p>
        </p:txBody>
      </p:sp>
      <p:cxnSp>
        <p:nvCxnSpPr>
          <p:cNvPr id="16" name="Connector 18">
            <a:extLst>
              <a:ext uri="{FF2B5EF4-FFF2-40B4-BE49-F238E27FC236}">
                <a16:creationId xmlns:a16="http://schemas.microsoft.com/office/drawing/2014/main" id="{2D1F1031-77A9-65AA-03A0-C404971F4853}"/>
              </a:ext>
            </a:extLst>
          </p:cNvPr>
          <p:cNvCxnSpPr/>
          <p:nvPr/>
        </p:nvCxnSpPr>
        <p:spPr>
          <a:xfrm>
            <a:off x="4411952" y="2247441"/>
            <a:ext cx="246888" cy="0"/>
          </a:xfrm>
          <a:prstGeom prst="line">
            <a:avLst/>
          </a:prstGeom>
          <a:ln w="10160">
            <a:solidFill>
              <a:srgbClr val="585858"/>
            </a:solidFill>
          </a:ln>
        </p:spPr>
        <p:style>
          <a:lnRef idx="2">
            <a:schemeClr val="accent1"/>
          </a:lnRef>
          <a:fillRef idx="0">
            <a:schemeClr val="accent1"/>
          </a:fillRef>
          <a:effectRef idx="1">
            <a:schemeClr val="accent1"/>
          </a:effectRef>
          <a:fontRef idx="minor">
            <a:schemeClr val="tx1"/>
          </a:fontRef>
        </p:style>
      </p:cxnSp>
      <p:sp>
        <p:nvSpPr>
          <p:cNvPr id="17" name="Rounded Rectangle 19">
            <a:extLst>
              <a:ext uri="{FF2B5EF4-FFF2-40B4-BE49-F238E27FC236}">
                <a16:creationId xmlns:a16="http://schemas.microsoft.com/office/drawing/2014/main" id="{1D7744ED-C255-5D46-99F0-2ABAC1466F25}"/>
              </a:ext>
            </a:extLst>
          </p:cNvPr>
          <p:cNvSpPr/>
          <p:nvPr/>
        </p:nvSpPr>
        <p:spPr>
          <a:xfrm>
            <a:off x="2372840" y="258576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819" b="1">
                <a:solidFill>
                  <a:srgbClr val="253468"/>
                </a:solidFill>
                <a:latin typeface="Arial"/>
              </a:rPr>
              <a:t>PROJECT RAMS MANAGER</a:t>
            </a:r>
          </a:p>
          <a:p>
            <a:pPr algn="ctr"/>
            <a:r>
              <a:rPr sz="769" b="1">
                <a:solidFill>
                  <a:srgbClr val="253468"/>
                </a:solidFill>
                <a:latin typeface="Arial"/>
              </a:rPr>
              <a:t>F. MOSER</a:t>
            </a:r>
          </a:p>
        </p:txBody>
      </p:sp>
      <p:cxnSp>
        <p:nvCxnSpPr>
          <p:cNvPr id="18" name="Connector 20">
            <a:extLst>
              <a:ext uri="{FF2B5EF4-FFF2-40B4-BE49-F238E27FC236}">
                <a16:creationId xmlns:a16="http://schemas.microsoft.com/office/drawing/2014/main" id="{93486762-5D76-1A2D-99D6-EDC37DDC4722}"/>
              </a:ext>
            </a:extLst>
          </p:cNvPr>
          <p:cNvCxnSpPr/>
          <p:nvPr/>
        </p:nvCxnSpPr>
        <p:spPr>
          <a:xfrm>
            <a:off x="4411952" y="2841801"/>
            <a:ext cx="246888" cy="0"/>
          </a:xfrm>
          <a:prstGeom prst="line">
            <a:avLst/>
          </a:prstGeom>
          <a:ln w="10160">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19" name="Connector 21">
            <a:extLst>
              <a:ext uri="{FF2B5EF4-FFF2-40B4-BE49-F238E27FC236}">
                <a16:creationId xmlns:a16="http://schemas.microsoft.com/office/drawing/2014/main" id="{B8FDD3AC-B3BA-34EC-3E71-CB699F0C45FB}"/>
              </a:ext>
            </a:extLst>
          </p:cNvPr>
          <p:cNvCxnSpPr/>
          <p:nvPr/>
        </p:nvCxnSpPr>
        <p:spPr>
          <a:xfrm>
            <a:off x="4658840" y="1653081"/>
            <a:ext cx="0" cy="1188720"/>
          </a:xfrm>
          <a:prstGeom prst="line">
            <a:avLst/>
          </a:prstGeom>
          <a:ln w="10160">
            <a:solidFill>
              <a:srgbClr val="585858"/>
            </a:solidFill>
          </a:ln>
        </p:spPr>
        <p:style>
          <a:lnRef idx="2">
            <a:schemeClr val="accent1"/>
          </a:lnRef>
          <a:fillRef idx="0">
            <a:schemeClr val="accent1"/>
          </a:fillRef>
          <a:effectRef idx="1">
            <a:schemeClr val="accent1"/>
          </a:effectRef>
          <a:fontRef idx="minor">
            <a:schemeClr val="tx1"/>
          </a:fontRef>
        </p:style>
      </p:cxnSp>
      <p:cxnSp>
        <p:nvCxnSpPr>
          <p:cNvPr id="20" name="Connector 22">
            <a:extLst>
              <a:ext uri="{FF2B5EF4-FFF2-40B4-BE49-F238E27FC236}">
                <a16:creationId xmlns:a16="http://schemas.microsoft.com/office/drawing/2014/main" id="{C3D970BD-5E84-1788-683C-619017C692A2}"/>
              </a:ext>
            </a:extLst>
          </p:cNvPr>
          <p:cNvCxnSpPr/>
          <p:nvPr/>
        </p:nvCxnSpPr>
        <p:spPr>
          <a:xfrm>
            <a:off x="4658840" y="1662225"/>
            <a:ext cx="182880" cy="0"/>
          </a:xfrm>
          <a:prstGeom prst="line">
            <a:avLst/>
          </a:prstGeom>
          <a:ln w="10160">
            <a:solidFill>
              <a:srgbClr val="585858"/>
            </a:solidFill>
          </a:ln>
        </p:spPr>
        <p:style>
          <a:lnRef idx="2">
            <a:schemeClr val="accent1"/>
          </a:lnRef>
          <a:fillRef idx="0">
            <a:schemeClr val="accent1"/>
          </a:fillRef>
          <a:effectRef idx="1">
            <a:schemeClr val="accent1"/>
          </a:effectRef>
          <a:fontRef idx="minor">
            <a:schemeClr val="tx1"/>
          </a:fontRef>
        </p:style>
      </p:cxnSp>
      <p:sp>
        <p:nvSpPr>
          <p:cNvPr id="21" name="TextBox 23">
            <a:extLst>
              <a:ext uri="{FF2B5EF4-FFF2-40B4-BE49-F238E27FC236}">
                <a16:creationId xmlns:a16="http://schemas.microsoft.com/office/drawing/2014/main" id="{FC4CDB62-70B0-EBB5-915B-E9CBF94FB22C}"/>
              </a:ext>
            </a:extLst>
          </p:cNvPr>
          <p:cNvSpPr txBox="1"/>
          <p:nvPr/>
        </p:nvSpPr>
        <p:spPr>
          <a:xfrm>
            <a:off x="7584920" y="1058721"/>
            <a:ext cx="1920240" cy="256032"/>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100" b="1">
                <a:solidFill>
                  <a:srgbClr val="20262B"/>
                </a:solidFill>
                <a:latin typeface="Arial"/>
              </a:rPr>
              <a:t>Support / governance</a:t>
            </a:r>
          </a:p>
        </p:txBody>
      </p:sp>
      <p:sp>
        <p:nvSpPr>
          <p:cNvPr id="22" name="Rounded Rectangle 24">
            <a:extLst>
              <a:ext uri="{FF2B5EF4-FFF2-40B4-BE49-F238E27FC236}">
                <a16:creationId xmlns:a16="http://schemas.microsoft.com/office/drawing/2014/main" id="{03C9519D-7E71-3EB6-8BE3-8641F3B93206}"/>
              </a:ext>
            </a:extLst>
          </p:cNvPr>
          <p:cNvSpPr/>
          <p:nvPr/>
        </p:nvSpPr>
        <p:spPr>
          <a:xfrm>
            <a:off x="7584920" y="139704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819" b="1">
                <a:solidFill>
                  <a:srgbClr val="253468"/>
                </a:solidFill>
                <a:latin typeface="Arial"/>
              </a:rPr>
              <a:t>PROJECT DESIGN AUTHORITY</a:t>
            </a:r>
          </a:p>
          <a:p>
            <a:pPr algn="ctr"/>
            <a:r>
              <a:rPr sz="769" b="1">
                <a:solidFill>
                  <a:srgbClr val="253468"/>
                </a:solidFill>
                <a:latin typeface="Arial"/>
              </a:rPr>
              <a:t>S. NEMETH</a:t>
            </a:r>
          </a:p>
        </p:txBody>
      </p:sp>
      <p:sp>
        <p:nvSpPr>
          <p:cNvPr id="23" name="Rounded Rectangle 25">
            <a:extLst>
              <a:ext uri="{FF2B5EF4-FFF2-40B4-BE49-F238E27FC236}">
                <a16:creationId xmlns:a16="http://schemas.microsoft.com/office/drawing/2014/main" id="{F7DC0B79-73F7-442C-1D47-7EA98B098D22}"/>
              </a:ext>
            </a:extLst>
          </p:cNvPr>
          <p:cNvSpPr/>
          <p:nvPr/>
        </p:nvSpPr>
        <p:spPr>
          <a:xfrm>
            <a:off x="9550880" y="139704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b="1" dirty="0">
                <a:solidFill>
                  <a:srgbClr val="253468"/>
                </a:solidFill>
                <a:latin typeface="Arial"/>
              </a:rPr>
              <a:t>PROJECT PLANNER</a:t>
            </a:r>
            <a:endParaRPr sz="819" b="1" dirty="0">
              <a:solidFill>
                <a:srgbClr val="253468"/>
              </a:solidFill>
              <a:latin typeface="Arial"/>
            </a:endParaRPr>
          </a:p>
          <a:p>
            <a:pPr algn="ctr"/>
            <a:r>
              <a:rPr lang="hu-HU" sz="750" b="1" dirty="0">
                <a:solidFill>
                  <a:srgbClr val="253468"/>
                </a:solidFill>
                <a:latin typeface="Arial"/>
                <a:cs typeface="Arial"/>
              </a:rPr>
              <a:t>G. PAPP</a:t>
            </a:r>
          </a:p>
        </p:txBody>
      </p:sp>
      <p:sp>
        <p:nvSpPr>
          <p:cNvPr id="24" name="Rounded Rectangle 26">
            <a:extLst>
              <a:ext uri="{FF2B5EF4-FFF2-40B4-BE49-F238E27FC236}">
                <a16:creationId xmlns:a16="http://schemas.microsoft.com/office/drawing/2014/main" id="{696FD6F7-33FB-D651-7F04-758BAF6B7595}"/>
              </a:ext>
            </a:extLst>
          </p:cNvPr>
          <p:cNvSpPr/>
          <p:nvPr/>
        </p:nvSpPr>
        <p:spPr>
          <a:xfrm>
            <a:off x="7584920" y="199140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b="1" dirty="0">
                <a:solidFill>
                  <a:srgbClr val="253468"/>
                </a:solidFill>
                <a:latin typeface="Arial"/>
              </a:rPr>
              <a:t>REQUIREMENTS</a:t>
            </a:r>
            <a:r>
              <a:rPr sz="800" b="1" dirty="0">
                <a:solidFill>
                  <a:srgbClr val="253468"/>
                </a:solidFill>
                <a:latin typeface="Arial"/>
              </a:rPr>
              <a:t> MANAGER</a:t>
            </a:r>
          </a:p>
          <a:p>
            <a:pPr algn="ctr"/>
            <a:r>
              <a:rPr sz="750" b="1" dirty="0">
                <a:solidFill>
                  <a:srgbClr val="253468"/>
                </a:solidFill>
                <a:latin typeface="Arial"/>
              </a:rPr>
              <a:t>S. CHUM.</a:t>
            </a:r>
            <a:endParaRPr sz="750" b="1" dirty="0">
              <a:solidFill>
                <a:srgbClr val="253468"/>
              </a:solidFill>
              <a:latin typeface="Arial"/>
              <a:cs typeface="Arial"/>
            </a:endParaRPr>
          </a:p>
        </p:txBody>
      </p:sp>
      <p:sp>
        <p:nvSpPr>
          <p:cNvPr id="25" name="Rounded Rectangle 27">
            <a:extLst>
              <a:ext uri="{FF2B5EF4-FFF2-40B4-BE49-F238E27FC236}">
                <a16:creationId xmlns:a16="http://schemas.microsoft.com/office/drawing/2014/main" id="{AFA5EF6C-CAB9-1EA1-5F11-DCB54CABEE99}"/>
              </a:ext>
            </a:extLst>
          </p:cNvPr>
          <p:cNvSpPr/>
          <p:nvPr/>
        </p:nvSpPr>
        <p:spPr>
          <a:xfrm>
            <a:off x="9550880" y="199140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819" b="1">
                <a:solidFill>
                  <a:srgbClr val="253468"/>
                </a:solidFill>
                <a:latin typeface="Arial"/>
              </a:rPr>
              <a:t>SECURITY MANAGER</a:t>
            </a:r>
          </a:p>
          <a:p>
            <a:pPr algn="ctr"/>
            <a:r>
              <a:rPr sz="769" b="1">
                <a:solidFill>
                  <a:srgbClr val="253468"/>
                </a:solidFill>
                <a:latin typeface="Arial"/>
              </a:rPr>
              <a:t>T. FISCHER</a:t>
            </a:r>
          </a:p>
        </p:txBody>
      </p:sp>
      <p:sp>
        <p:nvSpPr>
          <p:cNvPr id="26" name="Rounded Rectangle 28">
            <a:extLst>
              <a:ext uri="{FF2B5EF4-FFF2-40B4-BE49-F238E27FC236}">
                <a16:creationId xmlns:a16="http://schemas.microsoft.com/office/drawing/2014/main" id="{5E4C06E4-97C2-008E-C09D-BCB8D485DB94}"/>
              </a:ext>
            </a:extLst>
          </p:cNvPr>
          <p:cNvSpPr/>
          <p:nvPr/>
        </p:nvSpPr>
        <p:spPr>
          <a:xfrm>
            <a:off x="7584920" y="258576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819" b="1">
                <a:solidFill>
                  <a:srgbClr val="253468"/>
                </a:solidFill>
                <a:latin typeface="Arial"/>
              </a:rPr>
              <a:t>DOCUMENTATION MANAGER</a:t>
            </a:r>
          </a:p>
          <a:p>
            <a:pPr algn="ctr"/>
            <a:r>
              <a:rPr sz="769" b="1">
                <a:solidFill>
                  <a:srgbClr val="253468"/>
                </a:solidFill>
                <a:latin typeface="Arial"/>
              </a:rPr>
              <a:t>J. UJHELYI</a:t>
            </a:r>
          </a:p>
        </p:txBody>
      </p:sp>
      <p:sp>
        <p:nvSpPr>
          <p:cNvPr id="27" name="Rounded Rectangle 29">
            <a:extLst>
              <a:ext uri="{FF2B5EF4-FFF2-40B4-BE49-F238E27FC236}">
                <a16:creationId xmlns:a16="http://schemas.microsoft.com/office/drawing/2014/main" id="{7E003868-984B-D5FA-7A30-D370814E22D7}"/>
              </a:ext>
            </a:extLst>
          </p:cNvPr>
          <p:cNvSpPr/>
          <p:nvPr/>
        </p:nvSpPr>
        <p:spPr>
          <a:xfrm>
            <a:off x="9550880" y="2585769"/>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en-US" sz="800" b="1" dirty="0">
                <a:solidFill>
                  <a:srgbClr val="253468"/>
                </a:solidFill>
                <a:latin typeface="Arial"/>
              </a:rPr>
              <a:t>PMO</a:t>
            </a:r>
            <a:endParaRPr lang="en-US" sz="800" dirty="0">
              <a:solidFill>
                <a:srgbClr val="10191C"/>
              </a:solidFill>
              <a:latin typeface="Arial"/>
              <a:cs typeface="Arial"/>
            </a:endParaRPr>
          </a:p>
          <a:p>
            <a:pPr algn="ctr"/>
            <a:r>
              <a:rPr lang="hu-HU" sz="800" b="1" dirty="0">
                <a:solidFill>
                  <a:srgbClr val="253468"/>
                </a:solidFill>
                <a:latin typeface="Arial"/>
              </a:rPr>
              <a:t>M. ALARSAN</a:t>
            </a:r>
            <a:endParaRPr lang="en-US" sz="800" dirty="0">
              <a:solidFill>
                <a:srgbClr val="10191C"/>
              </a:solidFill>
              <a:latin typeface="Arial"/>
            </a:endParaRPr>
          </a:p>
        </p:txBody>
      </p:sp>
      <p:cxnSp>
        <p:nvCxnSpPr>
          <p:cNvPr id="28" name="Connector 30">
            <a:extLst>
              <a:ext uri="{FF2B5EF4-FFF2-40B4-BE49-F238E27FC236}">
                <a16:creationId xmlns:a16="http://schemas.microsoft.com/office/drawing/2014/main" id="{38C49478-8CC5-6770-3CB9-365A5517054A}"/>
              </a:ext>
            </a:extLst>
          </p:cNvPr>
          <p:cNvCxnSpPr/>
          <p:nvPr/>
        </p:nvCxnSpPr>
        <p:spPr>
          <a:xfrm>
            <a:off x="7173440" y="1342185"/>
            <a:ext cx="274320" cy="0"/>
          </a:xfrm>
          <a:prstGeom prst="line">
            <a:avLst/>
          </a:prstGeom>
          <a:ln w="10160">
            <a:solidFill>
              <a:srgbClr val="58585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31">
            <a:extLst>
              <a:ext uri="{FF2B5EF4-FFF2-40B4-BE49-F238E27FC236}">
                <a16:creationId xmlns:a16="http://schemas.microsoft.com/office/drawing/2014/main" id="{321B0A97-DFD5-EC5D-90D6-67875DA13CC4}"/>
              </a:ext>
            </a:extLst>
          </p:cNvPr>
          <p:cNvCxnSpPr/>
          <p:nvPr/>
        </p:nvCxnSpPr>
        <p:spPr>
          <a:xfrm>
            <a:off x="7447760" y="1342185"/>
            <a:ext cx="0" cy="1517904"/>
          </a:xfrm>
          <a:prstGeom prst="line">
            <a:avLst/>
          </a:prstGeom>
          <a:ln w="10160">
            <a:solidFill>
              <a:srgbClr val="585858"/>
            </a:solidFill>
            <a:prstDash val="dash"/>
          </a:ln>
        </p:spPr>
        <p:style>
          <a:lnRef idx="2">
            <a:schemeClr val="accent1"/>
          </a:lnRef>
          <a:fillRef idx="0">
            <a:schemeClr val="accent1"/>
          </a:fillRef>
          <a:effectRef idx="1">
            <a:schemeClr val="accent1"/>
          </a:effectRef>
          <a:fontRef idx="minor">
            <a:schemeClr val="tx1"/>
          </a:fontRef>
        </p:style>
      </p:cxnSp>
      <p:sp>
        <p:nvSpPr>
          <p:cNvPr id="30" name="TextBox 32">
            <a:extLst>
              <a:ext uri="{FF2B5EF4-FFF2-40B4-BE49-F238E27FC236}">
                <a16:creationId xmlns:a16="http://schemas.microsoft.com/office/drawing/2014/main" id="{5487328A-4F38-D777-6993-ED8013A1F8A8}"/>
              </a:ext>
            </a:extLst>
          </p:cNvPr>
          <p:cNvSpPr txBox="1"/>
          <p:nvPr/>
        </p:nvSpPr>
        <p:spPr>
          <a:xfrm>
            <a:off x="425168" y="3198417"/>
            <a:ext cx="3840480" cy="256032"/>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100" b="1">
                <a:solidFill>
                  <a:srgbClr val="20262B"/>
                </a:solidFill>
                <a:latin typeface="Arial"/>
              </a:rPr>
              <a:t>Level 2 roles / work packages under PM or PE</a:t>
            </a:r>
          </a:p>
        </p:txBody>
      </p:sp>
      <p:cxnSp>
        <p:nvCxnSpPr>
          <p:cNvPr id="31" name="Connector 33">
            <a:extLst>
              <a:ext uri="{FF2B5EF4-FFF2-40B4-BE49-F238E27FC236}">
                <a16:creationId xmlns:a16="http://schemas.microsoft.com/office/drawing/2014/main" id="{D7445816-3F0E-E846-E40A-EBE48F68D343}"/>
              </a:ext>
            </a:extLst>
          </p:cNvPr>
          <p:cNvCxnSpPr/>
          <p:nvPr/>
        </p:nvCxnSpPr>
        <p:spPr>
          <a:xfrm>
            <a:off x="6007580" y="2476041"/>
            <a:ext cx="0" cy="996696"/>
          </a:xfrm>
          <a:prstGeom prst="line">
            <a:avLst/>
          </a:prstGeom>
          <a:ln w="12700">
            <a:solidFill>
              <a:srgbClr val="DC0019"/>
            </a:solidFill>
          </a:ln>
        </p:spPr>
        <p:style>
          <a:lnRef idx="2">
            <a:schemeClr val="accent1"/>
          </a:lnRef>
          <a:fillRef idx="0">
            <a:schemeClr val="accent1"/>
          </a:fillRef>
          <a:effectRef idx="1">
            <a:schemeClr val="accent1"/>
          </a:effectRef>
          <a:fontRef idx="minor">
            <a:schemeClr val="tx1"/>
          </a:fontRef>
        </p:style>
      </p:cxnSp>
      <p:cxnSp>
        <p:nvCxnSpPr>
          <p:cNvPr id="32" name="Connector 34">
            <a:extLst>
              <a:ext uri="{FF2B5EF4-FFF2-40B4-BE49-F238E27FC236}">
                <a16:creationId xmlns:a16="http://schemas.microsoft.com/office/drawing/2014/main" id="{63D131E4-540F-63E4-F93E-11167442C959}"/>
              </a:ext>
            </a:extLst>
          </p:cNvPr>
          <p:cNvCxnSpPr/>
          <p:nvPr/>
        </p:nvCxnSpPr>
        <p:spPr>
          <a:xfrm>
            <a:off x="1092680" y="3719625"/>
            <a:ext cx="9875520" cy="0"/>
          </a:xfrm>
          <a:prstGeom prst="line">
            <a:avLst/>
          </a:prstGeom>
          <a:ln w="12700">
            <a:solidFill>
              <a:srgbClr val="DC0019"/>
            </a:solidFill>
          </a:ln>
        </p:spPr>
        <p:style>
          <a:lnRef idx="2">
            <a:schemeClr val="accent1"/>
          </a:lnRef>
          <a:fillRef idx="0">
            <a:schemeClr val="accent1"/>
          </a:fillRef>
          <a:effectRef idx="1">
            <a:schemeClr val="accent1"/>
          </a:effectRef>
          <a:fontRef idx="minor">
            <a:schemeClr val="tx1"/>
          </a:fontRef>
        </p:style>
      </p:cxnSp>
      <p:sp>
        <p:nvSpPr>
          <p:cNvPr id="33" name="TextBox 35">
            <a:extLst>
              <a:ext uri="{FF2B5EF4-FFF2-40B4-BE49-F238E27FC236}">
                <a16:creationId xmlns:a16="http://schemas.microsoft.com/office/drawing/2014/main" id="{A1787BC3-B6D3-47D0-C2D6-28D5BE26F75A}"/>
              </a:ext>
            </a:extLst>
          </p:cNvPr>
          <p:cNvSpPr txBox="1"/>
          <p:nvPr/>
        </p:nvSpPr>
        <p:spPr>
          <a:xfrm>
            <a:off x="361160" y="3774489"/>
            <a:ext cx="2011680" cy="219456"/>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850" b="1">
                <a:solidFill>
                  <a:srgbClr val="253468"/>
                </a:solidFill>
                <a:latin typeface="Arial"/>
              </a:rPr>
              <a:t>SYSTEM / ENGINEERING</a:t>
            </a:r>
          </a:p>
        </p:txBody>
      </p:sp>
      <p:cxnSp>
        <p:nvCxnSpPr>
          <p:cNvPr id="34" name="Connector 36">
            <a:extLst>
              <a:ext uri="{FF2B5EF4-FFF2-40B4-BE49-F238E27FC236}">
                <a16:creationId xmlns:a16="http://schemas.microsoft.com/office/drawing/2014/main" id="{14E773A7-73DB-7D48-370B-9BD0F9307470}"/>
              </a:ext>
            </a:extLst>
          </p:cNvPr>
          <p:cNvCxnSpPr/>
          <p:nvPr/>
        </p:nvCxnSpPr>
        <p:spPr>
          <a:xfrm>
            <a:off x="1367000" y="3719625"/>
            <a:ext cx="0" cy="292608"/>
          </a:xfrm>
          <a:prstGeom prst="line">
            <a:avLst/>
          </a:prstGeom>
          <a:ln w="10160">
            <a:solidFill>
              <a:srgbClr val="DC0019"/>
            </a:solidFill>
          </a:ln>
        </p:spPr>
        <p:style>
          <a:lnRef idx="2">
            <a:schemeClr val="accent1"/>
          </a:lnRef>
          <a:fillRef idx="0">
            <a:schemeClr val="accent1"/>
          </a:fillRef>
          <a:effectRef idx="1">
            <a:schemeClr val="accent1"/>
          </a:effectRef>
          <a:fontRef idx="minor">
            <a:schemeClr val="tx1"/>
          </a:fontRef>
        </p:style>
      </p:cxnSp>
      <p:sp>
        <p:nvSpPr>
          <p:cNvPr id="35" name="Rounded Rectangle 37">
            <a:extLst>
              <a:ext uri="{FF2B5EF4-FFF2-40B4-BE49-F238E27FC236}">
                <a16:creationId xmlns:a16="http://schemas.microsoft.com/office/drawing/2014/main" id="{16256346-057F-9F9C-A01E-59767CDA4689}"/>
              </a:ext>
            </a:extLst>
          </p:cNvPr>
          <p:cNvSpPr/>
          <p:nvPr/>
        </p:nvSpPr>
        <p:spPr>
          <a:xfrm>
            <a:off x="361160" y="4021377"/>
            <a:ext cx="2011680" cy="475488"/>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System Architect</a:t>
            </a:r>
          </a:p>
          <a:p>
            <a:pPr algn="ctr"/>
            <a:r>
              <a:rPr sz="700" b="1">
                <a:solidFill>
                  <a:srgbClr val="253468"/>
                </a:solidFill>
                <a:latin typeface="Arial"/>
              </a:rPr>
              <a:t>J. BIRO</a:t>
            </a:r>
          </a:p>
        </p:txBody>
      </p:sp>
      <p:sp>
        <p:nvSpPr>
          <p:cNvPr id="36" name="Rounded Rectangle 38">
            <a:extLst>
              <a:ext uri="{FF2B5EF4-FFF2-40B4-BE49-F238E27FC236}">
                <a16:creationId xmlns:a16="http://schemas.microsoft.com/office/drawing/2014/main" id="{0FADDCEA-0F68-D5AA-4470-CCB1CCD3FE51}"/>
              </a:ext>
            </a:extLst>
          </p:cNvPr>
          <p:cNvSpPr/>
          <p:nvPr/>
        </p:nvSpPr>
        <p:spPr>
          <a:xfrm>
            <a:off x="361160" y="4560873"/>
            <a:ext cx="2011680" cy="475488"/>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CAE Engineering ETCS L2</a:t>
            </a:r>
          </a:p>
          <a:p>
            <a:pPr algn="ctr"/>
            <a:r>
              <a:rPr sz="700" b="1">
                <a:solidFill>
                  <a:srgbClr val="253468"/>
                </a:solidFill>
                <a:latin typeface="Arial"/>
              </a:rPr>
              <a:t>G. HAMMER</a:t>
            </a:r>
          </a:p>
        </p:txBody>
      </p:sp>
      <p:sp>
        <p:nvSpPr>
          <p:cNvPr id="37" name="Rounded Rectangle 39">
            <a:extLst>
              <a:ext uri="{FF2B5EF4-FFF2-40B4-BE49-F238E27FC236}">
                <a16:creationId xmlns:a16="http://schemas.microsoft.com/office/drawing/2014/main" id="{CFF58971-7E84-9609-EB12-65FE4B52BEC3}"/>
              </a:ext>
            </a:extLst>
          </p:cNvPr>
          <p:cNvSpPr/>
          <p:nvPr/>
        </p:nvSpPr>
        <p:spPr>
          <a:xfrm>
            <a:off x="361160" y="5100369"/>
            <a:ext cx="2011680" cy="475488"/>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CAE Engineering IXL</a:t>
            </a:r>
          </a:p>
          <a:p>
            <a:pPr algn="ctr"/>
            <a:r>
              <a:rPr sz="700" b="1">
                <a:solidFill>
                  <a:srgbClr val="253468"/>
                </a:solidFill>
                <a:latin typeface="Arial"/>
              </a:rPr>
              <a:t>D. PICK</a:t>
            </a:r>
          </a:p>
        </p:txBody>
      </p:sp>
      <p:sp>
        <p:nvSpPr>
          <p:cNvPr id="38" name="Rounded Rectangle 40">
            <a:extLst>
              <a:ext uri="{FF2B5EF4-FFF2-40B4-BE49-F238E27FC236}">
                <a16:creationId xmlns:a16="http://schemas.microsoft.com/office/drawing/2014/main" id="{1643B290-DA7F-E682-485F-4A9EF819DC21}"/>
              </a:ext>
            </a:extLst>
          </p:cNvPr>
          <p:cNvSpPr/>
          <p:nvPr/>
        </p:nvSpPr>
        <p:spPr>
          <a:xfrm>
            <a:off x="361160" y="5639864"/>
            <a:ext cx="2011680" cy="475488"/>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Config. Manager</a:t>
            </a:r>
          </a:p>
          <a:p>
            <a:pPr algn="ctr"/>
            <a:r>
              <a:rPr sz="700" b="1">
                <a:solidFill>
                  <a:srgbClr val="253468"/>
                </a:solidFill>
                <a:latin typeface="Arial"/>
              </a:rPr>
              <a:t>R. SZALAY</a:t>
            </a:r>
          </a:p>
        </p:txBody>
      </p:sp>
      <p:sp>
        <p:nvSpPr>
          <p:cNvPr id="39" name="TextBox 41">
            <a:extLst>
              <a:ext uri="{FF2B5EF4-FFF2-40B4-BE49-F238E27FC236}">
                <a16:creationId xmlns:a16="http://schemas.microsoft.com/office/drawing/2014/main" id="{8544BC91-B7C7-BBC8-6415-B6A01A3A21CA}"/>
              </a:ext>
            </a:extLst>
          </p:cNvPr>
          <p:cNvSpPr txBox="1"/>
          <p:nvPr/>
        </p:nvSpPr>
        <p:spPr>
          <a:xfrm>
            <a:off x="2738600" y="3774489"/>
            <a:ext cx="2011680" cy="219456"/>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850" b="1">
                <a:solidFill>
                  <a:srgbClr val="253468"/>
                </a:solidFill>
                <a:latin typeface="Arial"/>
              </a:rPr>
              <a:t>IV / VERIFICATION</a:t>
            </a:r>
          </a:p>
        </p:txBody>
      </p:sp>
      <p:cxnSp>
        <p:nvCxnSpPr>
          <p:cNvPr id="40" name="Connector 42">
            <a:extLst>
              <a:ext uri="{FF2B5EF4-FFF2-40B4-BE49-F238E27FC236}">
                <a16:creationId xmlns:a16="http://schemas.microsoft.com/office/drawing/2014/main" id="{0620D296-EBAB-516F-68C8-FA26448CC834}"/>
              </a:ext>
            </a:extLst>
          </p:cNvPr>
          <p:cNvCxnSpPr/>
          <p:nvPr/>
        </p:nvCxnSpPr>
        <p:spPr>
          <a:xfrm>
            <a:off x="3744440" y="3719625"/>
            <a:ext cx="0" cy="292608"/>
          </a:xfrm>
          <a:prstGeom prst="line">
            <a:avLst/>
          </a:prstGeom>
          <a:ln w="10160">
            <a:solidFill>
              <a:srgbClr val="DC0019"/>
            </a:solidFill>
          </a:ln>
        </p:spPr>
        <p:style>
          <a:lnRef idx="2">
            <a:schemeClr val="accent1"/>
          </a:lnRef>
          <a:fillRef idx="0">
            <a:schemeClr val="accent1"/>
          </a:fillRef>
          <a:effectRef idx="1">
            <a:schemeClr val="accent1"/>
          </a:effectRef>
          <a:fontRef idx="minor">
            <a:schemeClr val="tx1"/>
          </a:fontRef>
        </p:style>
      </p:cxnSp>
      <p:sp>
        <p:nvSpPr>
          <p:cNvPr id="41" name="Rounded Rectangle 43">
            <a:extLst>
              <a:ext uri="{FF2B5EF4-FFF2-40B4-BE49-F238E27FC236}">
                <a16:creationId xmlns:a16="http://schemas.microsoft.com/office/drawing/2014/main" id="{49B64400-DDA0-0F1B-408E-80BE11B14BD4}"/>
              </a:ext>
            </a:extLst>
          </p:cNvPr>
          <p:cNvSpPr/>
          <p:nvPr/>
        </p:nvSpPr>
        <p:spPr>
          <a:xfrm>
            <a:off x="2738600" y="4021377"/>
            <a:ext cx="2011680" cy="381000"/>
          </a:xfrm>
          <a:prstGeom prst="roundRect">
            <a:avLst/>
          </a:prstGeom>
          <a:solidFill>
            <a:srgbClr val="F2F2F2"/>
          </a:solidFill>
          <a:ln w="17780">
            <a:solidFill>
              <a:srgbClr val="DC001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00" b="1">
                <a:solidFill>
                  <a:srgbClr val="253468"/>
                </a:solidFill>
                <a:latin typeface="Arial"/>
              </a:rPr>
              <a:t>IV Manager</a:t>
            </a:r>
          </a:p>
          <a:p>
            <a:pPr algn="ctr"/>
            <a:r>
              <a:rPr sz="650" b="1">
                <a:solidFill>
                  <a:srgbClr val="253468"/>
                </a:solidFill>
                <a:latin typeface="Arial"/>
              </a:rPr>
              <a:t>B. HOFSTETTER</a:t>
            </a:r>
          </a:p>
        </p:txBody>
      </p:sp>
      <p:sp>
        <p:nvSpPr>
          <p:cNvPr id="42" name="Rounded Rectangle 44">
            <a:extLst>
              <a:ext uri="{FF2B5EF4-FFF2-40B4-BE49-F238E27FC236}">
                <a16:creationId xmlns:a16="http://schemas.microsoft.com/office/drawing/2014/main" id="{69BEAF99-A46E-9B88-D8CD-231E6D2CB5FE}"/>
              </a:ext>
            </a:extLst>
          </p:cNvPr>
          <p:cNvSpPr/>
          <p:nvPr/>
        </p:nvSpPr>
        <p:spPr>
          <a:xfrm>
            <a:off x="2738600" y="4466384"/>
            <a:ext cx="2011680" cy="381000"/>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00" b="1" dirty="0">
                <a:solidFill>
                  <a:srgbClr val="253468"/>
                </a:solidFill>
                <a:latin typeface="Arial"/>
              </a:rPr>
              <a:t>ETCS </a:t>
            </a:r>
            <a:r>
              <a:rPr sz="700" b="1" dirty="0" err="1">
                <a:solidFill>
                  <a:srgbClr val="253468"/>
                </a:solidFill>
                <a:latin typeface="Arial"/>
              </a:rPr>
              <a:t>Dyn</a:t>
            </a:r>
            <a:r>
              <a:rPr sz="700" b="1" dirty="0">
                <a:solidFill>
                  <a:srgbClr val="253468"/>
                </a:solidFill>
                <a:latin typeface="Arial"/>
              </a:rPr>
              <a:t>. Tester</a:t>
            </a:r>
          </a:p>
          <a:p>
            <a:pPr algn="ctr"/>
            <a:r>
              <a:rPr sz="650" b="1" dirty="0">
                <a:solidFill>
                  <a:srgbClr val="253468"/>
                </a:solidFill>
                <a:latin typeface="Arial"/>
              </a:rPr>
              <a:t>L. HALASZ</a:t>
            </a:r>
          </a:p>
        </p:txBody>
      </p:sp>
      <p:sp>
        <p:nvSpPr>
          <p:cNvPr id="43" name="Rounded Rectangle 45">
            <a:extLst>
              <a:ext uri="{FF2B5EF4-FFF2-40B4-BE49-F238E27FC236}">
                <a16:creationId xmlns:a16="http://schemas.microsoft.com/office/drawing/2014/main" id="{00C7BA51-6DEF-1065-3726-83D42E144833}"/>
              </a:ext>
            </a:extLst>
          </p:cNvPr>
          <p:cNvSpPr/>
          <p:nvPr/>
        </p:nvSpPr>
        <p:spPr>
          <a:xfrm>
            <a:off x="2738600" y="4911392"/>
            <a:ext cx="2011680" cy="381000"/>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00" b="1">
                <a:solidFill>
                  <a:srgbClr val="253468"/>
                </a:solidFill>
                <a:latin typeface="Arial"/>
              </a:rPr>
              <a:t>ETCS Tester / Integrator</a:t>
            </a:r>
          </a:p>
          <a:p>
            <a:pPr algn="ctr"/>
            <a:r>
              <a:rPr sz="650" b="1">
                <a:solidFill>
                  <a:srgbClr val="253468"/>
                </a:solidFill>
                <a:latin typeface="Arial"/>
              </a:rPr>
              <a:t>CS. KOTOGANY</a:t>
            </a:r>
          </a:p>
        </p:txBody>
      </p:sp>
      <p:sp>
        <p:nvSpPr>
          <p:cNvPr id="44" name="Rounded Rectangle 46">
            <a:extLst>
              <a:ext uri="{FF2B5EF4-FFF2-40B4-BE49-F238E27FC236}">
                <a16:creationId xmlns:a16="http://schemas.microsoft.com/office/drawing/2014/main" id="{41C2C271-23B3-F56A-0662-C16916DE5F7F}"/>
              </a:ext>
            </a:extLst>
          </p:cNvPr>
          <p:cNvSpPr/>
          <p:nvPr/>
        </p:nvSpPr>
        <p:spPr>
          <a:xfrm>
            <a:off x="2738600" y="5356400"/>
            <a:ext cx="2011680" cy="381000"/>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00" b="1">
                <a:solidFill>
                  <a:srgbClr val="253468"/>
                </a:solidFill>
                <a:latin typeface="Arial"/>
              </a:rPr>
              <a:t>IXL Tester</a:t>
            </a:r>
          </a:p>
          <a:p>
            <a:pPr algn="ctr"/>
            <a:r>
              <a:rPr sz="650" b="1">
                <a:solidFill>
                  <a:srgbClr val="253468"/>
                </a:solidFill>
                <a:latin typeface="Arial"/>
              </a:rPr>
              <a:t>B. MATE &amp; CS. KOTOGANY</a:t>
            </a:r>
          </a:p>
        </p:txBody>
      </p:sp>
      <p:sp>
        <p:nvSpPr>
          <p:cNvPr id="45" name="Rounded Rectangle 47">
            <a:extLst>
              <a:ext uri="{FF2B5EF4-FFF2-40B4-BE49-F238E27FC236}">
                <a16:creationId xmlns:a16="http://schemas.microsoft.com/office/drawing/2014/main" id="{0D860856-9EC9-BF20-B2FE-53B293A6D48C}"/>
              </a:ext>
            </a:extLst>
          </p:cNvPr>
          <p:cNvSpPr/>
          <p:nvPr/>
        </p:nvSpPr>
        <p:spPr>
          <a:xfrm>
            <a:off x="2738600" y="5801408"/>
            <a:ext cx="2011680" cy="381000"/>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00" b="1">
                <a:solidFill>
                  <a:srgbClr val="253468"/>
                </a:solidFill>
                <a:latin typeface="Arial"/>
              </a:rPr>
              <a:t>IXL Verification</a:t>
            </a:r>
          </a:p>
          <a:p>
            <a:pPr algn="ctr"/>
            <a:r>
              <a:rPr sz="650" b="1">
                <a:solidFill>
                  <a:srgbClr val="253468"/>
                </a:solidFill>
                <a:latin typeface="Arial"/>
              </a:rPr>
              <a:t>K. SZONYI</a:t>
            </a:r>
          </a:p>
        </p:txBody>
      </p:sp>
      <p:sp>
        <p:nvSpPr>
          <p:cNvPr id="46" name="Rounded Rectangle 48">
            <a:extLst>
              <a:ext uri="{FF2B5EF4-FFF2-40B4-BE49-F238E27FC236}">
                <a16:creationId xmlns:a16="http://schemas.microsoft.com/office/drawing/2014/main" id="{F283E28D-A7C5-F953-34D5-2A232BEC71E1}"/>
              </a:ext>
            </a:extLst>
          </p:cNvPr>
          <p:cNvSpPr/>
          <p:nvPr/>
        </p:nvSpPr>
        <p:spPr>
          <a:xfrm>
            <a:off x="2738600" y="6246416"/>
            <a:ext cx="2011680" cy="381000"/>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00" b="1" dirty="0">
                <a:solidFill>
                  <a:srgbClr val="253468"/>
                </a:solidFill>
                <a:latin typeface="Arial"/>
              </a:rPr>
              <a:t>Data P. Verification ETCS L2</a:t>
            </a:r>
          </a:p>
          <a:p>
            <a:pPr algn="ctr"/>
            <a:r>
              <a:rPr sz="650" b="1" dirty="0">
                <a:solidFill>
                  <a:srgbClr val="253468"/>
                </a:solidFill>
                <a:latin typeface="Arial"/>
              </a:rPr>
              <a:t>L. HALASZ</a:t>
            </a:r>
          </a:p>
        </p:txBody>
      </p:sp>
      <p:sp>
        <p:nvSpPr>
          <p:cNvPr id="47" name="TextBox 49">
            <a:extLst>
              <a:ext uri="{FF2B5EF4-FFF2-40B4-BE49-F238E27FC236}">
                <a16:creationId xmlns:a16="http://schemas.microsoft.com/office/drawing/2014/main" id="{C2D1668A-BE71-BC12-AB9E-87776CC84C43}"/>
              </a:ext>
            </a:extLst>
          </p:cNvPr>
          <p:cNvSpPr txBox="1"/>
          <p:nvPr/>
        </p:nvSpPr>
        <p:spPr>
          <a:xfrm>
            <a:off x="5116040" y="3774489"/>
            <a:ext cx="2011680" cy="219456"/>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850" b="1">
                <a:solidFill>
                  <a:srgbClr val="253468"/>
                </a:solidFill>
                <a:latin typeface="Arial"/>
              </a:rPr>
              <a:t>VALIDATION / VQ</a:t>
            </a:r>
          </a:p>
        </p:txBody>
      </p:sp>
      <p:cxnSp>
        <p:nvCxnSpPr>
          <p:cNvPr id="48" name="Connector 50">
            <a:extLst>
              <a:ext uri="{FF2B5EF4-FFF2-40B4-BE49-F238E27FC236}">
                <a16:creationId xmlns:a16="http://schemas.microsoft.com/office/drawing/2014/main" id="{407951E5-6531-43ED-7F05-D2E5B11910EA}"/>
              </a:ext>
            </a:extLst>
          </p:cNvPr>
          <p:cNvCxnSpPr/>
          <p:nvPr/>
        </p:nvCxnSpPr>
        <p:spPr>
          <a:xfrm>
            <a:off x="6121880" y="3719625"/>
            <a:ext cx="0" cy="292608"/>
          </a:xfrm>
          <a:prstGeom prst="line">
            <a:avLst/>
          </a:prstGeom>
          <a:ln w="10160">
            <a:solidFill>
              <a:srgbClr val="DC0019"/>
            </a:solidFill>
          </a:ln>
        </p:spPr>
        <p:style>
          <a:lnRef idx="2">
            <a:schemeClr val="accent1"/>
          </a:lnRef>
          <a:fillRef idx="0">
            <a:schemeClr val="accent1"/>
          </a:fillRef>
          <a:effectRef idx="1">
            <a:schemeClr val="accent1"/>
          </a:effectRef>
          <a:fontRef idx="minor">
            <a:schemeClr val="tx1"/>
          </a:fontRef>
        </p:style>
      </p:cxnSp>
      <p:sp>
        <p:nvSpPr>
          <p:cNvPr id="49" name="Rounded Rectangle 51">
            <a:extLst>
              <a:ext uri="{FF2B5EF4-FFF2-40B4-BE49-F238E27FC236}">
                <a16:creationId xmlns:a16="http://schemas.microsoft.com/office/drawing/2014/main" id="{9A445686-0E4C-B573-4806-E9E34306CB3A}"/>
              </a:ext>
            </a:extLst>
          </p:cNvPr>
          <p:cNvSpPr/>
          <p:nvPr/>
        </p:nvSpPr>
        <p:spPr>
          <a:xfrm>
            <a:off x="5116040" y="4021377"/>
            <a:ext cx="2011680" cy="475488"/>
          </a:xfrm>
          <a:prstGeom prst="roundRect">
            <a:avLst/>
          </a:prstGeom>
          <a:solidFill>
            <a:srgbClr val="F2F2F2"/>
          </a:solidFill>
          <a:ln w="17780">
            <a:solidFill>
              <a:srgbClr val="DC001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VQ Manager</a:t>
            </a:r>
          </a:p>
          <a:p>
            <a:pPr algn="ctr"/>
            <a:r>
              <a:rPr sz="700" b="1">
                <a:solidFill>
                  <a:srgbClr val="253468"/>
                </a:solidFill>
                <a:latin typeface="Arial"/>
              </a:rPr>
              <a:t>M. GRONAU</a:t>
            </a:r>
          </a:p>
        </p:txBody>
      </p:sp>
      <p:sp>
        <p:nvSpPr>
          <p:cNvPr id="50" name="Rounded Rectangle 52">
            <a:extLst>
              <a:ext uri="{FF2B5EF4-FFF2-40B4-BE49-F238E27FC236}">
                <a16:creationId xmlns:a16="http://schemas.microsoft.com/office/drawing/2014/main" id="{C79A4CAB-A17C-EF79-07C6-00BA5B412DF3}"/>
              </a:ext>
            </a:extLst>
          </p:cNvPr>
          <p:cNvSpPr/>
          <p:nvPr/>
        </p:nvSpPr>
        <p:spPr>
          <a:xfrm>
            <a:off x="5116040" y="4560873"/>
            <a:ext cx="2011680" cy="475488"/>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Validation IXL</a:t>
            </a:r>
          </a:p>
          <a:p>
            <a:pPr algn="ctr"/>
            <a:r>
              <a:rPr sz="700" b="1">
                <a:solidFill>
                  <a:srgbClr val="253468"/>
                </a:solidFill>
                <a:latin typeface="Arial"/>
              </a:rPr>
              <a:t>M. GRONAU</a:t>
            </a:r>
          </a:p>
        </p:txBody>
      </p:sp>
      <p:sp>
        <p:nvSpPr>
          <p:cNvPr id="51" name="Rounded Rectangle 53">
            <a:extLst>
              <a:ext uri="{FF2B5EF4-FFF2-40B4-BE49-F238E27FC236}">
                <a16:creationId xmlns:a16="http://schemas.microsoft.com/office/drawing/2014/main" id="{F1ED9D46-945E-A357-F312-79798973AE5D}"/>
              </a:ext>
            </a:extLst>
          </p:cNvPr>
          <p:cNvSpPr/>
          <p:nvPr/>
        </p:nvSpPr>
        <p:spPr>
          <a:xfrm>
            <a:off x="5116040" y="5100369"/>
            <a:ext cx="2011680" cy="475488"/>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Validation ETCS</a:t>
            </a:r>
          </a:p>
          <a:p>
            <a:pPr algn="ctr"/>
            <a:r>
              <a:rPr sz="700" b="1">
                <a:solidFill>
                  <a:srgbClr val="253468"/>
                </a:solidFill>
                <a:latin typeface="Arial"/>
              </a:rPr>
              <a:t>M. GRONAU</a:t>
            </a:r>
          </a:p>
        </p:txBody>
      </p:sp>
      <p:sp>
        <p:nvSpPr>
          <p:cNvPr id="52" name="TextBox 54">
            <a:extLst>
              <a:ext uri="{FF2B5EF4-FFF2-40B4-BE49-F238E27FC236}">
                <a16:creationId xmlns:a16="http://schemas.microsoft.com/office/drawing/2014/main" id="{2AB3BC97-C716-2C58-A0CD-E5FEA9B972FF}"/>
              </a:ext>
            </a:extLst>
          </p:cNvPr>
          <p:cNvSpPr txBox="1"/>
          <p:nvPr/>
        </p:nvSpPr>
        <p:spPr>
          <a:xfrm>
            <a:off x="7493480" y="3774489"/>
            <a:ext cx="2011680" cy="219456"/>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850" b="1">
                <a:solidFill>
                  <a:srgbClr val="253468"/>
                </a:solidFill>
                <a:latin typeface="Arial"/>
              </a:rPr>
              <a:t>DEPLOYMENT WPM</a:t>
            </a:r>
          </a:p>
        </p:txBody>
      </p:sp>
      <p:cxnSp>
        <p:nvCxnSpPr>
          <p:cNvPr id="53" name="Connector 55">
            <a:extLst>
              <a:ext uri="{FF2B5EF4-FFF2-40B4-BE49-F238E27FC236}">
                <a16:creationId xmlns:a16="http://schemas.microsoft.com/office/drawing/2014/main" id="{8AB8C36C-073B-CBAE-7E04-A2332B7F9D07}"/>
              </a:ext>
            </a:extLst>
          </p:cNvPr>
          <p:cNvCxnSpPr/>
          <p:nvPr/>
        </p:nvCxnSpPr>
        <p:spPr>
          <a:xfrm>
            <a:off x="8499320" y="3719625"/>
            <a:ext cx="0" cy="292608"/>
          </a:xfrm>
          <a:prstGeom prst="line">
            <a:avLst/>
          </a:prstGeom>
          <a:ln w="10160">
            <a:solidFill>
              <a:srgbClr val="DC0019"/>
            </a:solidFill>
          </a:ln>
        </p:spPr>
        <p:style>
          <a:lnRef idx="2">
            <a:schemeClr val="accent1"/>
          </a:lnRef>
          <a:fillRef idx="0">
            <a:schemeClr val="accent1"/>
          </a:fillRef>
          <a:effectRef idx="1">
            <a:schemeClr val="accent1"/>
          </a:effectRef>
          <a:fontRef idx="minor">
            <a:schemeClr val="tx1"/>
          </a:fontRef>
        </p:style>
      </p:cxnSp>
      <p:sp>
        <p:nvSpPr>
          <p:cNvPr id="54" name="Rounded Rectangle 56">
            <a:extLst>
              <a:ext uri="{FF2B5EF4-FFF2-40B4-BE49-F238E27FC236}">
                <a16:creationId xmlns:a16="http://schemas.microsoft.com/office/drawing/2014/main" id="{D59A906F-C663-05E7-2706-EE2BB4973110}"/>
              </a:ext>
            </a:extLst>
          </p:cNvPr>
          <p:cNvSpPr/>
          <p:nvPr/>
        </p:nvSpPr>
        <p:spPr>
          <a:xfrm>
            <a:off x="7493480" y="4021377"/>
            <a:ext cx="2011680" cy="470001"/>
          </a:xfrm>
          <a:prstGeom prst="roundRect">
            <a:avLst/>
          </a:prstGeom>
          <a:solidFill>
            <a:srgbClr val="F2F2F2"/>
          </a:solidFill>
          <a:ln w="17780">
            <a:solidFill>
              <a:srgbClr val="DC0019"/>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Work Package Manager – Local Deployment</a:t>
            </a:r>
          </a:p>
          <a:p>
            <a:pPr algn="ctr"/>
            <a:r>
              <a:rPr sz="700" b="1">
                <a:solidFill>
                  <a:srgbClr val="253468"/>
                </a:solidFill>
                <a:latin typeface="Arial"/>
              </a:rPr>
              <a:t>D. TOTH</a:t>
            </a:r>
          </a:p>
        </p:txBody>
      </p:sp>
      <p:sp>
        <p:nvSpPr>
          <p:cNvPr id="55" name="Rounded Rectangle 58">
            <a:extLst>
              <a:ext uri="{FF2B5EF4-FFF2-40B4-BE49-F238E27FC236}">
                <a16:creationId xmlns:a16="http://schemas.microsoft.com/office/drawing/2014/main" id="{8C5A5F5A-2CA9-C1EA-7C4D-375E6F718C0A}"/>
              </a:ext>
            </a:extLst>
          </p:cNvPr>
          <p:cNvSpPr/>
          <p:nvPr/>
        </p:nvSpPr>
        <p:spPr>
          <a:xfrm>
            <a:off x="7493480" y="4540756"/>
            <a:ext cx="2011680" cy="470001"/>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Installation / Site Manager</a:t>
            </a:r>
          </a:p>
          <a:p>
            <a:pPr algn="ctr"/>
            <a:r>
              <a:rPr sz="700" b="1">
                <a:solidFill>
                  <a:srgbClr val="253468"/>
                </a:solidFill>
                <a:latin typeface="Arial"/>
              </a:rPr>
              <a:t>T. SZENDI / IXL &amp; ETCS</a:t>
            </a:r>
          </a:p>
        </p:txBody>
      </p:sp>
      <p:sp>
        <p:nvSpPr>
          <p:cNvPr id="56" name="Rounded Rectangle 59">
            <a:extLst>
              <a:ext uri="{FF2B5EF4-FFF2-40B4-BE49-F238E27FC236}">
                <a16:creationId xmlns:a16="http://schemas.microsoft.com/office/drawing/2014/main" id="{99076A0C-6596-6D59-742A-61DC3ABBEC49}"/>
              </a:ext>
            </a:extLst>
          </p:cNvPr>
          <p:cNvSpPr/>
          <p:nvPr/>
        </p:nvSpPr>
        <p:spPr>
          <a:xfrm>
            <a:off x="7493480" y="5074765"/>
            <a:ext cx="2011680" cy="470001"/>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a:solidFill>
                  <a:srgbClr val="253468"/>
                </a:solidFill>
                <a:latin typeface="Arial"/>
              </a:rPr>
              <a:t>Customer Training</a:t>
            </a:r>
          </a:p>
          <a:p>
            <a:pPr algn="ctr"/>
            <a:r>
              <a:rPr sz="700" b="1">
                <a:solidFill>
                  <a:srgbClr val="253468"/>
                </a:solidFill>
                <a:latin typeface="Arial"/>
              </a:rPr>
              <a:t>I. TOROK / ETCS · L. KUKK / IXL</a:t>
            </a:r>
          </a:p>
        </p:txBody>
      </p:sp>
      <p:sp>
        <p:nvSpPr>
          <p:cNvPr id="57" name="TextBox 61">
            <a:extLst>
              <a:ext uri="{FF2B5EF4-FFF2-40B4-BE49-F238E27FC236}">
                <a16:creationId xmlns:a16="http://schemas.microsoft.com/office/drawing/2014/main" id="{2773BB89-6D73-6E6B-E43D-633586276944}"/>
              </a:ext>
            </a:extLst>
          </p:cNvPr>
          <p:cNvSpPr txBox="1"/>
          <p:nvPr/>
        </p:nvSpPr>
        <p:spPr>
          <a:xfrm>
            <a:off x="9870920" y="3772648"/>
            <a:ext cx="2011680" cy="223138"/>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ctr"/>
            <a:r>
              <a:rPr sz="850" b="1" dirty="0">
                <a:solidFill>
                  <a:srgbClr val="253468"/>
                </a:solidFill>
                <a:latin typeface="Arial"/>
              </a:rPr>
              <a:t>SERVICE / WARRANTY</a:t>
            </a:r>
          </a:p>
        </p:txBody>
      </p:sp>
      <p:cxnSp>
        <p:nvCxnSpPr>
          <p:cNvPr id="58" name="Connector 62">
            <a:extLst>
              <a:ext uri="{FF2B5EF4-FFF2-40B4-BE49-F238E27FC236}">
                <a16:creationId xmlns:a16="http://schemas.microsoft.com/office/drawing/2014/main" id="{873B1A2A-D19D-A1A9-E3EA-523749160FE2}"/>
              </a:ext>
            </a:extLst>
          </p:cNvPr>
          <p:cNvCxnSpPr/>
          <p:nvPr/>
        </p:nvCxnSpPr>
        <p:spPr>
          <a:xfrm>
            <a:off x="10876760" y="3719625"/>
            <a:ext cx="0" cy="292608"/>
          </a:xfrm>
          <a:prstGeom prst="line">
            <a:avLst/>
          </a:prstGeom>
          <a:ln w="10160">
            <a:solidFill>
              <a:srgbClr val="DC0019"/>
            </a:solidFill>
          </a:ln>
        </p:spPr>
        <p:style>
          <a:lnRef idx="2">
            <a:schemeClr val="accent1"/>
          </a:lnRef>
          <a:fillRef idx="0">
            <a:schemeClr val="accent1"/>
          </a:fillRef>
          <a:effectRef idx="1">
            <a:schemeClr val="accent1"/>
          </a:effectRef>
          <a:fontRef idx="minor">
            <a:schemeClr val="tx1"/>
          </a:fontRef>
        </p:style>
      </p:cxnSp>
      <p:sp>
        <p:nvSpPr>
          <p:cNvPr id="118" name="Rounded Rectangle 63">
            <a:extLst>
              <a:ext uri="{FF2B5EF4-FFF2-40B4-BE49-F238E27FC236}">
                <a16:creationId xmlns:a16="http://schemas.microsoft.com/office/drawing/2014/main" id="{4A2F799C-5186-25FD-40D7-BBFE7AC55C17}"/>
              </a:ext>
            </a:extLst>
          </p:cNvPr>
          <p:cNvSpPr/>
          <p:nvPr/>
        </p:nvSpPr>
        <p:spPr>
          <a:xfrm>
            <a:off x="9870920" y="4021377"/>
            <a:ext cx="2011680" cy="475488"/>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sz="750" b="1" dirty="0">
                <a:solidFill>
                  <a:srgbClr val="253468"/>
                </a:solidFill>
                <a:latin typeface="Arial"/>
              </a:rPr>
              <a:t>Service Engineering</a:t>
            </a:r>
            <a:r>
              <a:rPr lang="sk-SK" sz="750" b="1" dirty="0">
                <a:solidFill>
                  <a:srgbClr val="253468"/>
                </a:solidFill>
                <a:latin typeface="Arial"/>
              </a:rPr>
              <a:t> Warranty</a:t>
            </a:r>
            <a:endParaRPr sz="750" b="1" dirty="0">
              <a:solidFill>
                <a:srgbClr val="253468"/>
              </a:solidFill>
              <a:latin typeface="Arial"/>
            </a:endParaRPr>
          </a:p>
          <a:p>
            <a:pPr algn="ctr"/>
            <a:r>
              <a:rPr lang="en-US" sz="700" b="1" dirty="0">
                <a:solidFill>
                  <a:srgbClr val="253468"/>
                </a:solidFill>
                <a:latin typeface="Arial"/>
              </a:rPr>
              <a:t>M. SZABO</a:t>
            </a:r>
          </a:p>
        </p:txBody>
      </p:sp>
      <p:sp>
        <p:nvSpPr>
          <p:cNvPr id="119" name="Rounded Rectangle 28">
            <a:extLst>
              <a:ext uri="{FF2B5EF4-FFF2-40B4-BE49-F238E27FC236}">
                <a16:creationId xmlns:a16="http://schemas.microsoft.com/office/drawing/2014/main" id="{D0D772EE-6F83-3DD2-26F5-A433CC1D1130}"/>
              </a:ext>
            </a:extLst>
          </p:cNvPr>
          <p:cNvSpPr/>
          <p:nvPr/>
        </p:nvSpPr>
        <p:spPr>
          <a:xfrm>
            <a:off x="7584920" y="3157271"/>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sk-SK" sz="800" b="1" dirty="0">
                <a:solidFill>
                  <a:srgbClr val="253468"/>
                </a:solidFill>
                <a:latin typeface="Arial"/>
              </a:rPr>
              <a:t>PMO SUPPORT</a:t>
            </a:r>
            <a:endParaRPr lang="sk-SK" sz="819" b="1" dirty="0">
              <a:solidFill>
                <a:srgbClr val="253468"/>
              </a:solidFill>
              <a:latin typeface="Arial"/>
            </a:endParaRPr>
          </a:p>
          <a:p>
            <a:pPr algn="ctr"/>
            <a:r>
              <a:rPr lang="sk-SK" sz="819" b="1" dirty="0">
                <a:solidFill>
                  <a:srgbClr val="253468"/>
                </a:solidFill>
                <a:latin typeface="Arial"/>
              </a:rPr>
              <a:t>A. BIKSZADY</a:t>
            </a:r>
            <a:endParaRPr sz="769" b="1" dirty="0">
              <a:solidFill>
                <a:srgbClr val="253468"/>
              </a:solidFill>
              <a:latin typeface="Arial"/>
            </a:endParaRPr>
          </a:p>
        </p:txBody>
      </p:sp>
      <p:sp>
        <p:nvSpPr>
          <p:cNvPr id="120" name="Rounded Rectangle 29">
            <a:extLst>
              <a:ext uri="{FF2B5EF4-FFF2-40B4-BE49-F238E27FC236}">
                <a16:creationId xmlns:a16="http://schemas.microsoft.com/office/drawing/2014/main" id="{66F60629-17E8-5F02-E2A6-CE9A0499F69E}"/>
              </a:ext>
            </a:extLst>
          </p:cNvPr>
          <p:cNvSpPr/>
          <p:nvPr/>
        </p:nvSpPr>
        <p:spPr>
          <a:xfrm>
            <a:off x="9550880" y="3157271"/>
            <a:ext cx="1828800" cy="512064"/>
          </a:xfrm>
          <a:prstGeom prst="roundRect">
            <a:avLst/>
          </a:prstGeom>
          <a:solidFill>
            <a:srgbClr val="F2F2F2"/>
          </a:solidFill>
          <a:ln w="10160">
            <a:solidFill>
              <a:srgbClr val="253468"/>
            </a:solidFill>
          </a:ln>
        </p:spPr>
        <p:style>
          <a:lnRef idx="1">
            <a:schemeClr val="accent1"/>
          </a:lnRef>
          <a:fillRef idx="3">
            <a:schemeClr val="accent1"/>
          </a:fillRef>
          <a:effectRef idx="2">
            <a:schemeClr val="accent1"/>
          </a:effectRef>
          <a:fontRef idx="minor">
            <a:schemeClr val="lt1"/>
          </a:fontRef>
        </p:style>
        <p:txBody>
          <a:bodyPr wrap="square" lIns="36576" tIns="18288" rIns="36576" bIns="18288"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r>
              <a:rPr lang="sk-SK" sz="800" b="1" dirty="0">
                <a:solidFill>
                  <a:srgbClr val="253468"/>
                </a:solidFill>
                <a:latin typeface="Arial"/>
              </a:rPr>
              <a:t>SAFETY MANAGER</a:t>
            </a:r>
            <a:endParaRPr sz="819" b="1" dirty="0">
              <a:solidFill>
                <a:srgbClr val="253468"/>
              </a:solidFill>
              <a:latin typeface="Arial"/>
            </a:endParaRPr>
          </a:p>
          <a:p>
            <a:pPr algn="ctr"/>
            <a:r>
              <a:rPr lang="sk-SK" sz="750" b="1" dirty="0">
                <a:solidFill>
                  <a:srgbClr val="253468"/>
                </a:solidFill>
                <a:latin typeface="Arial"/>
              </a:rPr>
              <a:t>G. PATAKI</a:t>
            </a:r>
            <a:endParaRPr sz="750" b="1" dirty="0">
              <a:solidFill>
                <a:srgbClr val="253468"/>
              </a:solidFill>
              <a:latin typeface="Arial"/>
            </a:endParaRPr>
          </a:p>
        </p:txBody>
      </p:sp>
      <p:sp>
        <p:nvSpPr>
          <p:cNvPr id="121" name="TextBox 2">
            <a:extLst>
              <a:ext uri="{FF2B5EF4-FFF2-40B4-BE49-F238E27FC236}">
                <a16:creationId xmlns:a16="http://schemas.microsoft.com/office/drawing/2014/main" id="{45413751-0497-B586-2842-FB7CE399F08F}"/>
              </a:ext>
            </a:extLst>
          </p:cNvPr>
          <p:cNvSpPr txBox="1"/>
          <p:nvPr/>
        </p:nvSpPr>
        <p:spPr>
          <a:xfrm>
            <a:off x="224000" y="590549"/>
            <a:ext cx="7955279" cy="256032"/>
          </a:xfrm>
          <a:prstGeom prst="rect">
            <a:avLst/>
          </a:prstGeom>
          <a:noFill/>
        </p:spPr>
        <p:txBody>
          <a:bodyPr wrap="square" anchor="ctr">
            <a:spAutoFit/>
          </a:bodyPr>
          <a:ls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pPr algn="l"/>
            <a:r>
              <a:rPr sz="1000" b="0" dirty="0">
                <a:solidFill>
                  <a:srgbClr val="585858"/>
                </a:solidFill>
                <a:latin typeface="Arial"/>
              </a:rPr>
              <a:t>Updated to Project Management 2.0 / PTO role principles</a:t>
            </a:r>
          </a:p>
        </p:txBody>
      </p:sp>
    </p:spTree>
    <p:extLst>
      <p:ext uri="{BB962C8B-B14F-4D97-AF65-F5344CB8AC3E}">
        <p14:creationId xmlns:p14="http://schemas.microsoft.com/office/powerpoint/2010/main" val="59194937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33B3F-0A38-4930-882B-D8A163930F48}"/>
              </a:ext>
            </a:extLst>
          </p:cNvPr>
          <p:cNvSpPr>
            <a:spLocks noGrp="1"/>
          </p:cNvSpPr>
          <p:nvPr>
            <p:ph type="title"/>
          </p:nvPr>
        </p:nvSpPr>
        <p:spPr/>
        <p:txBody>
          <a:bodyPr/>
          <a:lstStyle/>
          <a:p>
            <a:r>
              <a:rPr dirty="0"/>
              <a:t>Subsystems</a:t>
            </a:r>
          </a:p>
        </p:txBody>
      </p:sp>
      <p:graphicFrame>
        <p:nvGraphicFramePr>
          <p:cNvPr id="4" name="Table 3">
            <a:extLst>
              <a:ext uri="{FF2B5EF4-FFF2-40B4-BE49-F238E27FC236}">
                <a16:creationId xmlns:a16="http://schemas.microsoft.com/office/drawing/2014/main" id="{E2D77263-94EC-44D5-91CB-0EAF9CFB65BA}"/>
              </a:ext>
            </a:extLst>
          </p:cNvPr>
          <p:cNvGraphicFramePr>
            <a:graphicFrameLocks noGrp="1"/>
          </p:cNvGraphicFramePr>
          <p:nvPr>
            <p:extLst>
              <p:ext uri="{D42A27DB-BD31-4B8C-83A1-F6EECF244321}">
                <p14:modId xmlns:p14="http://schemas.microsoft.com/office/powerpoint/2010/main" val="33895126"/>
              </p:ext>
            </p:extLst>
          </p:nvPr>
        </p:nvGraphicFramePr>
        <p:xfrm>
          <a:off x="1114468" y="1073067"/>
          <a:ext cx="9963064" cy="4419600"/>
        </p:xfrm>
        <a:graphic>
          <a:graphicData uri="http://schemas.openxmlformats.org/drawingml/2006/table">
            <a:tbl>
              <a:tblPr/>
              <a:tblGrid>
                <a:gridCol w="9963064">
                  <a:extLst>
                    <a:ext uri="{9D8B030D-6E8A-4147-A177-3AD203B41FA5}">
                      <a16:colId xmlns:a16="http://schemas.microsoft.com/office/drawing/2014/main" val="3620127767"/>
                    </a:ext>
                  </a:extLst>
                </a:gridCol>
              </a:tblGrid>
              <a:tr h="3588228">
                <a:tc>
                  <a:txBody>
                    <a:bodyPr/>
                    <a:lstStyle/>
                    <a:p>
                      <a:pPr fontAlgn="t"/>
                      <a:r>
                        <a:rPr lang="en-US" sz="2000" b="1" i="0" dirty="0">
                          <a:solidFill>
                            <a:srgbClr val="00B0F0"/>
                          </a:solidFill>
                          <a:effectLst/>
                          <a:latin typeface="Segoe UI" panose="020B0502040204020203" pitchFamily="34" charset="0"/>
                        </a:rPr>
                        <a:t>Interlocking</a:t>
                      </a:r>
                    </a:p>
                    <a:p>
                      <a:pPr fontAlgn="t">
                        <a:buFont typeface="Arial" panose="020B0604020202020204" pitchFamily="34" charset="0"/>
                        <a:buChar char="•"/>
                      </a:pPr>
                      <a:r>
                        <a:rPr lang="hu-HU" sz="2000" b="0" i="0" dirty="0">
                          <a:effectLst/>
                          <a:latin typeface="Segoe UI" panose="020B0502040204020203" pitchFamily="34" charset="0"/>
                        </a:rPr>
                        <a:t>Upgrading the current </a:t>
                      </a:r>
                      <a:r>
                        <a:rPr lang="en-US" sz="2000" b="1" i="0" dirty="0">
                          <a:solidFill>
                            <a:schemeClr val="tx1"/>
                          </a:solidFill>
                          <a:effectLst/>
                          <a:latin typeface="Segoe UI" panose="020B0502040204020203" pitchFamily="34" charset="0"/>
                        </a:rPr>
                        <a:t>ZIV ELEKTRA 1</a:t>
                      </a:r>
                      <a:r>
                        <a:rPr lang="en-US" sz="2000" b="0" i="0" dirty="0">
                          <a:solidFill>
                            <a:schemeClr val="tx1"/>
                          </a:solidFill>
                          <a:effectLst/>
                          <a:latin typeface="Segoe UI" panose="020B0502040204020203" pitchFamily="34" charset="0"/>
                        </a:rPr>
                        <a:t> </a:t>
                      </a:r>
                      <a:r>
                        <a:rPr lang="hu-HU" sz="2000" b="0" i="0" dirty="0">
                          <a:solidFill>
                            <a:schemeClr val="tx1"/>
                          </a:solidFill>
                          <a:effectLst/>
                          <a:latin typeface="Segoe UI" panose="020B0502040204020203" pitchFamily="34" charset="0"/>
                        </a:rPr>
                        <a:t>station IXL to </a:t>
                      </a:r>
                      <a:r>
                        <a:rPr lang="en-US" sz="2000" b="1" i="0" dirty="0">
                          <a:effectLst/>
                          <a:latin typeface="Segoe UI" panose="020B0502040204020203" pitchFamily="34" charset="0"/>
                        </a:rPr>
                        <a:t>ELEKTRA 2</a:t>
                      </a:r>
                      <a:r>
                        <a:rPr lang="en-US" sz="2000" b="0" i="0" dirty="0">
                          <a:effectLst/>
                          <a:latin typeface="Segoe UI" panose="020B0502040204020203" pitchFamily="34" charset="0"/>
                        </a:rPr>
                        <a:t> </a:t>
                      </a:r>
                      <a:r>
                        <a:rPr lang="hu-HU" sz="2000" b="0" i="0" dirty="0">
                          <a:effectLst/>
                          <a:latin typeface="Segoe UI" panose="020B0502040204020203" pitchFamily="34" charset="0"/>
                        </a:rPr>
                        <a:t>extended with the new deltra track topology.</a:t>
                      </a:r>
                      <a:br>
                        <a:rPr lang="hu-HU" sz="2000" b="0" i="0" dirty="0">
                          <a:effectLst/>
                          <a:latin typeface="Segoe UI" panose="020B0502040204020203" pitchFamily="34" charset="0"/>
                        </a:rPr>
                      </a:br>
                      <a:r>
                        <a:rPr lang="hu-HU" sz="2000" b="0" i="0" dirty="0">
                          <a:effectLst/>
                          <a:latin typeface="Segoe UI" panose="020B0502040204020203" pitchFamily="34" charset="0"/>
                        </a:rPr>
                        <a:t>Upgrading of </a:t>
                      </a:r>
                      <a:r>
                        <a:rPr lang="en-US" sz="2000" b="1" i="0" dirty="0">
                          <a:effectLst/>
                          <a:latin typeface="Segoe UI" panose="020B0502040204020203" pitchFamily="34" charset="0"/>
                        </a:rPr>
                        <a:t>AKF</a:t>
                      </a:r>
                      <a:r>
                        <a:rPr lang="en-US" sz="2000" b="0" i="0" dirty="0">
                          <a:effectLst/>
                          <a:latin typeface="Segoe UI" panose="020B0502040204020203" pitchFamily="34" charset="0"/>
                        </a:rPr>
                        <a:t> </a:t>
                      </a:r>
                      <a:r>
                        <a:rPr lang="hu-HU" sz="2000" b="0" i="0" dirty="0">
                          <a:effectLst/>
                          <a:latin typeface="Segoe UI" panose="020B0502040204020203" pitchFamily="34" charset="0"/>
                        </a:rPr>
                        <a:t>and </a:t>
                      </a:r>
                      <a:r>
                        <a:rPr lang="en-US" sz="2000" b="1" i="0" dirty="0">
                          <a:effectLst/>
                          <a:latin typeface="Segoe UI" panose="020B0502040204020203" pitchFamily="34" charset="0"/>
                        </a:rPr>
                        <a:t>Super AKF</a:t>
                      </a:r>
                      <a:r>
                        <a:rPr lang="en-US" sz="2000" b="0" i="0" dirty="0">
                          <a:effectLst/>
                          <a:latin typeface="Segoe UI" panose="020B0502040204020203" pitchFamily="34" charset="0"/>
                        </a:rPr>
                        <a:t> </a:t>
                      </a:r>
                      <a:r>
                        <a:rPr lang="hu-HU" sz="2000" b="0" i="0" dirty="0">
                          <a:effectLst/>
                          <a:latin typeface="Segoe UI" panose="020B0502040204020203" pitchFamily="34" charset="0"/>
                        </a:rPr>
                        <a:t>systems</a:t>
                      </a:r>
                    </a:p>
                    <a:p>
                      <a:pPr fontAlgn="t">
                        <a:buFont typeface="Arial" panose="020B0604020202020204" pitchFamily="34" charset="0"/>
                        <a:buNone/>
                      </a:pPr>
                      <a:endParaRPr lang="en-US" sz="2000" b="0" i="0" dirty="0">
                        <a:effectLst/>
                        <a:latin typeface="Segoe UI" panose="020B0502040204020203" pitchFamily="34" charset="0"/>
                      </a:endParaRPr>
                    </a:p>
                    <a:p>
                      <a:pPr fontAlgn="t"/>
                      <a:r>
                        <a:rPr lang="en-US" sz="2000" b="1" i="0" dirty="0">
                          <a:solidFill>
                            <a:srgbClr val="00B0F0"/>
                          </a:solidFill>
                          <a:effectLst/>
                          <a:latin typeface="Segoe UI" panose="020B0502040204020203" pitchFamily="34" charset="0"/>
                        </a:rPr>
                        <a:t>ETCS</a:t>
                      </a:r>
                    </a:p>
                    <a:p>
                      <a:pPr fontAlgn="t">
                        <a:buFont typeface="Arial" panose="020B0604020202020204" pitchFamily="34" charset="0"/>
                        <a:buChar char="•"/>
                      </a:pPr>
                      <a:r>
                        <a:rPr lang="hu-HU" sz="2000" b="0" i="0" dirty="0">
                          <a:effectLst/>
                          <a:latin typeface="Segoe UI" panose="020B0502040204020203" pitchFamily="34" charset="0"/>
                        </a:rPr>
                        <a:t>Adjusting</a:t>
                      </a:r>
                      <a:r>
                        <a:rPr lang="en-US" sz="2000" b="0" i="0" dirty="0">
                          <a:effectLst/>
                          <a:latin typeface="Segoe UI" panose="020B0502040204020203" pitchFamily="34" charset="0"/>
                        </a:rPr>
                        <a:t> </a:t>
                      </a:r>
                      <a:r>
                        <a:rPr lang="en-US" sz="2000" b="1" i="0" dirty="0">
                          <a:effectLst/>
                          <a:latin typeface="Segoe UI" panose="020B0502040204020203" pitchFamily="34" charset="0"/>
                        </a:rPr>
                        <a:t>ETCS L2 </a:t>
                      </a:r>
                      <a:r>
                        <a:rPr lang="hu-HU" sz="2000" b="1" i="0" dirty="0">
                          <a:effectLst/>
                          <a:latin typeface="Segoe UI" panose="020B0502040204020203" pitchFamily="34" charset="0"/>
                        </a:rPr>
                        <a:t>Entry and Exit points </a:t>
                      </a:r>
                      <a:r>
                        <a:rPr lang="hu-HU" sz="2000" b="0" i="0" dirty="0">
                          <a:effectLst/>
                          <a:latin typeface="Segoe UI" panose="020B0502040204020203" pitchFamily="34" charset="0"/>
                        </a:rPr>
                        <a:t>to the new topology (the</a:t>
                      </a:r>
                      <a:r>
                        <a:rPr lang="en-US" sz="2000" b="0" i="0" dirty="0">
                          <a:effectLst/>
                          <a:latin typeface="Segoe UI" panose="020B0502040204020203" pitchFamily="34" charset="0"/>
                        </a:rPr>
                        <a:t> </a:t>
                      </a:r>
                      <a:r>
                        <a:rPr lang="en-US" sz="2000" b="1" i="0" dirty="0">
                          <a:effectLst/>
                          <a:latin typeface="Segoe UI" panose="020B0502040204020203" pitchFamily="34" charset="0"/>
                        </a:rPr>
                        <a:t>L2 </a:t>
                      </a:r>
                      <a:r>
                        <a:rPr lang="hu-HU" sz="2000" b="1" i="0" dirty="0">
                          <a:effectLst/>
                          <a:latin typeface="Segoe UI" panose="020B0502040204020203" pitchFamily="34" charset="0"/>
                        </a:rPr>
                        <a:t>supervised area </a:t>
                      </a:r>
                      <a:r>
                        <a:rPr lang="en-US" sz="2000" b="0" i="0" dirty="0">
                          <a:effectLst/>
                          <a:latin typeface="Segoe UI" panose="020B0502040204020203" pitchFamily="34" charset="0"/>
                        </a:rPr>
                        <a:t> </a:t>
                      </a:r>
                      <a:r>
                        <a:rPr lang="hu-HU" sz="2000" b="0" i="0" dirty="0">
                          <a:effectLst/>
                          <a:latin typeface="Segoe UI" panose="020B0502040204020203" pitchFamily="34" charset="0"/>
                        </a:rPr>
                        <a:t>will be extended towards the open line)</a:t>
                      </a:r>
                      <a:r>
                        <a:rPr lang="en-US" sz="2000" b="0" i="0" dirty="0">
                          <a:effectLst/>
                          <a:latin typeface="Segoe UI" panose="020B0502040204020203" pitchFamily="34" charset="0"/>
                        </a:rPr>
                        <a:t>.</a:t>
                      </a:r>
                    </a:p>
                    <a:p>
                      <a:pPr fontAlgn="t">
                        <a:buFont typeface="Arial" panose="020B0604020202020204" pitchFamily="34" charset="0"/>
                        <a:buChar char="•"/>
                      </a:pPr>
                      <a:r>
                        <a:rPr lang="en-US" sz="2000" b="1" i="0" dirty="0">
                          <a:solidFill>
                            <a:schemeClr val="tx1"/>
                          </a:solidFill>
                          <a:effectLst/>
                          <a:latin typeface="Segoe UI" panose="020B0502040204020203" pitchFamily="34" charset="0"/>
                        </a:rPr>
                        <a:t>DAKO</a:t>
                      </a:r>
                      <a:r>
                        <a:rPr lang="en-US" sz="2000" b="0" i="0" dirty="0">
                          <a:solidFill>
                            <a:schemeClr val="tx1"/>
                          </a:solidFill>
                          <a:effectLst/>
                          <a:latin typeface="Segoe UI" panose="020B0502040204020203" pitchFamily="34" charset="0"/>
                        </a:rPr>
                        <a:t> SW </a:t>
                      </a:r>
                      <a:r>
                        <a:rPr lang="hu-HU" sz="2000" b="0" i="0" dirty="0">
                          <a:solidFill>
                            <a:schemeClr val="tx1"/>
                          </a:solidFill>
                          <a:effectLst/>
                          <a:latin typeface="Segoe UI" panose="020B0502040204020203" pitchFamily="34" charset="0"/>
                        </a:rPr>
                        <a:t>update</a:t>
                      </a:r>
                      <a:r>
                        <a:rPr lang="en-US" sz="2000" b="0" i="0" dirty="0">
                          <a:solidFill>
                            <a:schemeClr val="tx1"/>
                          </a:solidFill>
                          <a:effectLst/>
                          <a:latin typeface="Segoe UI" panose="020B0502040204020203" pitchFamily="34" charset="0"/>
                        </a:rPr>
                        <a:t> </a:t>
                      </a:r>
                      <a:r>
                        <a:rPr lang="hu-HU" sz="2000" b="0" i="0" dirty="0">
                          <a:solidFill>
                            <a:schemeClr val="tx1"/>
                          </a:solidFill>
                          <a:effectLst/>
                          <a:latin typeface="Segoe UI" panose="020B0502040204020203" pitchFamily="34" charset="0"/>
                        </a:rPr>
                        <a:t>(</a:t>
                      </a:r>
                      <a:r>
                        <a:rPr lang="en-US" sz="2000" b="0" i="0" kern="1200" dirty="0">
                          <a:solidFill>
                            <a:schemeClr val="tx1"/>
                          </a:solidFill>
                          <a:effectLst/>
                          <a:latin typeface="Segoe UI" panose="020B0502040204020203" pitchFamily="34" charset="0"/>
                          <a:ea typeface="+mn-ea"/>
                          <a:cs typeface="+mn-cs"/>
                        </a:rPr>
                        <a:t>DAKO_PV_01.02.02</a:t>
                      </a:r>
                      <a:r>
                        <a:rPr lang="hu-HU" sz="2000" b="0" i="0" kern="1200" dirty="0">
                          <a:solidFill>
                            <a:schemeClr val="tx1"/>
                          </a:solidFill>
                          <a:effectLst/>
                          <a:latin typeface="Segoe UI" panose="020B0502040204020203" pitchFamily="34" charset="0"/>
                          <a:ea typeface="+mn-ea"/>
                          <a:cs typeface="+mn-cs"/>
                        </a:rPr>
                        <a:t>) planned.</a:t>
                      </a:r>
                      <a:endParaRPr lang="en-US" sz="2000" b="0" i="0" kern="1200" dirty="0">
                        <a:solidFill>
                          <a:schemeClr val="tx1"/>
                        </a:solidFill>
                        <a:effectLst/>
                        <a:latin typeface="Segoe UI" panose="020B0502040204020203" pitchFamily="34" charset="0"/>
                        <a:ea typeface="+mn-ea"/>
                        <a:cs typeface="+mn-cs"/>
                      </a:endParaRPr>
                    </a:p>
                    <a:p>
                      <a:pPr fontAlgn="t">
                        <a:buFont typeface="Arial" panose="020B0604020202020204" pitchFamily="34" charset="0"/>
                        <a:buChar char="•"/>
                      </a:pPr>
                      <a:r>
                        <a:rPr lang="en-US" sz="2000" b="1" i="0" dirty="0">
                          <a:effectLst/>
                          <a:latin typeface="Segoe UI" panose="020B0502040204020203" pitchFamily="34" charset="0"/>
                        </a:rPr>
                        <a:t>RBC </a:t>
                      </a:r>
                      <a:r>
                        <a:rPr lang="hu-HU" sz="2000" b="1" i="0" dirty="0">
                          <a:effectLst/>
                          <a:latin typeface="Segoe UI" panose="020B0502040204020203" pitchFamily="34" charset="0"/>
                        </a:rPr>
                        <a:t>generic SW </a:t>
                      </a:r>
                      <a:r>
                        <a:rPr lang="hu-HU" sz="2000" b="0" i="0" dirty="0">
                          <a:effectLst/>
                          <a:latin typeface="Segoe UI" panose="020B0502040204020203" pitchFamily="34" charset="0"/>
                        </a:rPr>
                        <a:t>remains the same</a:t>
                      </a:r>
                      <a:r>
                        <a:rPr lang="en-US" sz="2000" b="0" i="0" dirty="0">
                          <a:solidFill>
                            <a:schemeClr val="tx1"/>
                          </a:solidFill>
                          <a:effectLst/>
                          <a:latin typeface="Segoe UI" panose="020B0502040204020203" pitchFamily="34" charset="0"/>
                        </a:rPr>
                        <a:t> (</a:t>
                      </a:r>
                      <a:r>
                        <a:rPr lang="en-US" sz="2000" b="1" i="0" dirty="0">
                          <a:solidFill>
                            <a:schemeClr val="tx1"/>
                          </a:solidFill>
                          <a:effectLst/>
                          <a:latin typeface="Segoe UI" panose="020B0502040204020203" pitchFamily="34" charset="0"/>
                        </a:rPr>
                        <a:t>RBC HU 1.2.1.A)</a:t>
                      </a:r>
                      <a:r>
                        <a:rPr lang="hu-HU" sz="2000" b="1" i="0" dirty="0">
                          <a:solidFill>
                            <a:schemeClr val="tx1"/>
                          </a:solidFill>
                          <a:effectLst/>
                          <a:latin typeface="Segoe UI" panose="020B0502040204020203" pitchFamily="34" charset="0"/>
                        </a:rPr>
                        <a:t>.</a:t>
                      </a:r>
                      <a:endParaRPr lang="en-US" sz="2000" b="0" i="0" dirty="0">
                        <a:solidFill>
                          <a:schemeClr val="tx1"/>
                        </a:solidFill>
                        <a:effectLst/>
                        <a:latin typeface="Segoe UI" panose="020B0502040204020203" pitchFamily="34" charset="0"/>
                      </a:endParaRPr>
                    </a:p>
                    <a:p>
                      <a:pPr fontAlgn="t">
                        <a:buFont typeface="Arial" panose="020B0604020202020204" pitchFamily="34" charset="0"/>
                        <a:buChar char="•"/>
                      </a:pPr>
                      <a:r>
                        <a:rPr lang="en-US" sz="2000" b="1" i="0" dirty="0">
                          <a:effectLst/>
                          <a:latin typeface="Segoe UI" panose="020B0502040204020203" pitchFamily="34" charset="0"/>
                        </a:rPr>
                        <a:t>RBC </a:t>
                      </a:r>
                      <a:r>
                        <a:rPr lang="en-US" sz="2000" b="0" i="0" dirty="0">
                          <a:effectLst/>
                          <a:latin typeface="Segoe UI" panose="020B0502040204020203" pitchFamily="34" charset="0"/>
                        </a:rPr>
                        <a:t>(</a:t>
                      </a:r>
                      <a:r>
                        <a:rPr lang="en-US" sz="2000" b="1" i="0" dirty="0">
                          <a:effectLst/>
                          <a:latin typeface="Segoe UI" panose="020B0502040204020203" pitchFamily="34" charset="0"/>
                        </a:rPr>
                        <a:t>HW Release 3.1</a:t>
                      </a:r>
                      <a:r>
                        <a:rPr lang="en-US" sz="2000" b="0" i="0" dirty="0">
                          <a:effectLst/>
                          <a:latin typeface="Segoe UI" panose="020B0502040204020203" pitchFamily="34" charset="0"/>
                        </a:rPr>
                        <a:t>)</a:t>
                      </a:r>
                      <a:r>
                        <a:rPr lang="hu-HU" sz="2000" b="0" i="0" dirty="0">
                          <a:effectLst/>
                          <a:latin typeface="Segoe UI" panose="020B0502040204020203" pitchFamily="34" charset="0"/>
                        </a:rPr>
                        <a:t> remains</a:t>
                      </a:r>
                      <a:r>
                        <a:rPr lang="en-US" sz="2000" b="0" i="0" dirty="0">
                          <a:effectLst/>
                          <a:latin typeface="Segoe UI" panose="020B0502040204020203" pitchFamily="34" charset="0"/>
                        </a:rPr>
                        <a:t>; </a:t>
                      </a:r>
                      <a:r>
                        <a:rPr lang="hu-HU" sz="2000" b="0" i="0" dirty="0">
                          <a:effectLst/>
                          <a:latin typeface="Segoe UI" panose="020B0502040204020203" pitchFamily="34" charset="0"/>
                        </a:rPr>
                        <a:t>no HW upgrade planned.</a:t>
                      </a:r>
                      <a:r>
                        <a:rPr lang="de-AT" sz="2000" b="0" i="0" dirty="0">
                          <a:effectLst/>
                          <a:latin typeface="Segoe UI" panose="020B0502040204020203" pitchFamily="34" charset="0"/>
                        </a:rPr>
                        <a:t>  </a:t>
                      </a:r>
                      <a:endParaRPr lang="hu-HU" sz="2000" b="0" i="0" dirty="0">
                        <a:effectLst/>
                        <a:latin typeface="Segoe UI" panose="020B0502040204020203" pitchFamily="34" charset="0"/>
                      </a:endParaRPr>
                    </a:p>
                    <a:p>
                      <a:pPr fontAlgn="t">
                        <a:buFont typeface="Arial" panose="020B0604020202020204" pitchFamily="34" charset="0"/>
                        <a:buChar char="•"/>
                      </a:pPr>
                      <a:r>
                        <a:rPr lang="de-AT" sz="2000" b="1" i="0" dirty="0">
                          <a:solidFill>
                            <a:schemeClr val="tx1"/>
                          </a:solidFill>
                          <a:effectLst/>
                          <a:latin typeface="Segoe UI" panose="020B0502040204020203" pitchFamily="34" charset="0"/>
                        </a:rPr>
                        <a:t>HIS SW </a:t>
                      </a:r>
                      <a:r>
                        <a:rPr lang="de-AT" sz="2000" b="0" i="0" dirty="0">
                          <a:solidFill>
                            <a:schemeClr val="tx1"/>
                          </a:solidFill>
                          <a:effectLst/>
                          <a:latin typeface="Segoe UI" panose="020B0502040204020203" pitchFamily="34" charset="0"/>
                        </a:rPr>
                        <a:t>(</a:t>
                      </a:r>
                      <a:r>
                        <a:rPr lang="en-US" sz="2000" b="0" i="0" dirty="0">
                          <a:solidFill>
                            <a:schemeClr val="tx1"/>
                          </a:solidFill>
                          <a:effectLst/>
                          <a:latin typeface="Segoe UI" panose="020B0502040204020203" pitchFamily="34" charset="0"/>
                        </a:rPr>
                        <a:t>BL HIS_RBC_GSV_2.15.0.11)</a:t>
                      </a:r>
                      <a:r>
                        <a:rPr lang="en-CA" sz="2000" kern="1200" dirty="0">
                          <a:solidFill>
                            <a:schemeClr val="tx1"/>
                          </a:solidFill>
                          <a:effectLst/>
                          <a:latin typeface="+mn-lt"/>
                          <a:ea typeface="+mn-ea"/>
                          <a:cs typeface="+mn-cs"/>
                        </a:rPr>
                        <a:t> </a:t>
                      </a:r>
                      <a:r>
                        <a:rPr lang="hu-HU" sz="2000" b="0" i="0" dirty="0">
                          <a:solidFill>
                            <a:schemeClr val="tx1"/>
                          </a:solidFill>
                          <a:effectLst/>
                          <a:latin typeface="Segoe UI" panose="020B0502040204020203" pitchFamily="34" charset="0"/>
                        </a:rPr>
                        <a:t>will be upgraded</a:t>
                      </a:r>
                      <a:r>
                        <a:rPr lang="de-AT" sz="2000" b="0" i="0" dirty="0">
                          <a:solidFill>
                            <a:schemeClr val="tx1"/>
                          </a:solidFill>
                          <a:effectLst/>
                          <a:latin typeface="Segoe UI" panose="020B0502040204020203" pitchFamily="34" charset="0"/>
                        </a:rPr>
                        <a:t>.</a:t>
                      </a:r>
                      <a:endParaRPr lang="hu-HU" sz="2000" b="0" i="0" dirty="0">
                        <a:solidFill>
                          <a:schemeClr val="tx1"/>
                        </a:solidFill>
                        <a:effectLst/>
                        <a:latin typeface="Segoe UI" panose="020B0502040204020203" pitchFamily="34" charset="0"/>
                      </a:endParaRPr>
                    </a:p>
                    <a:p>
                      <a:pPr fontAlgn="t">
                        <a:buFont typeface="Arial" panose="020B0604020202020204" pitchFamily="34" charset="0"/>
                        <a:buChar char="•"/>
                      </a:pPr>
                      <a:r>
                        <a:rPr lang="en-US" sz="2000" b="1" i="0" dirty="0">
                          <a:effectLst/>
                          <a:latin typeface="Segoe UI" panose="020B0502040204020203" pitchFamily="34" charset="0"/>
                        </a:rPr>
                        <a:t>ETCS UNISIG Baseline:</a:t>
                      </a:r>
                      <a:r>
                        <a:rPr lang="en-US" sz="2000" b="0" i="0" dirty="0">
                          <a:effectLst/>
                          <a:latin typeface="Segoe UI" panose="020B0502040204020203" pitchFamily="34" charset="0"/>
                        </a:rPr>
                        <a:t> </a:t>
                      </a:r>
                      <a:r>
                        <a:rPr lang="hu-HU" sz="2000" b="0" i="0" dirty="0">
                          <a:effectLst/>
                          <a:latin typeface="Segoe UI" panose="020B0502040204020203" pitchFamily="34" charset="0"/>
                        </a:rPr>
                        <a:t>remains </a:t>
                      </a:r>
                      <a:r>
                        <a:rPr lang="en-US" sz="2000" b="1" i="0" dirty="0">
                          <a:effectLst/>
                          <a:latin typeface="Segoe UI" panose="020B0502040204020203" pitchFamily="34" charset="0"/>
                        </a:rPr>
                        <a:t>SRS 2.3.0d</a:t>
                      </a:r>
                      <a:r>
                        <a:rPr lang="en-US" sz="2000" b="0" i="0" dirty="0">
                          <a:effectLst/>
                          <a:latin typeface="Segoe UI" panose="020B0502040204020203" pitchFamily="34" charset="0"/>
                        </a:rPr>
                        <a:t> </a:t>
                      </a:r>
                      <a:r>
                        <a:rPr lang="hu-HU" sz="2000" b="0" i="0" dirty="0">
                          <a:effectLst/>
                          <a:latin typeface="Segoe UI" panose="020B0502040204020203" pitchFamily="34" charset="0"/>
                        </a:rPr>
                        <a:t> version.</a:t>
                      </a:r>
                      <a:endParaRPr lang="en-US" sz="2000" b="0" i="0" dirty="0">
                        <a:effectLst/>
                        <a:latin typeface="Segoe UI" panose="020B0502040204020203" pitchFamily="34" charset="0"/>
                      </a:endParaRPr>
                    </a:p>
                  </a:txBody>
                  <a:tcP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29490767"/>
                  </a:ext>
                </a:extLst>
              </a:tr>
              <a:tr h="269293">
                <a:tc>
                  <a:txBody>
                    <a:bodyPr/>
                    <a:lstStyle/>
                    <a:p>
                      <a:endParaRPr lang="en-US" dirty="0"/>
                    </a:p>
                  </a:txBody>
                  <a:tcPr>
                    <a:lnL w="12700" cmpd="sng">
                      <a:noFill/>
                      <a:prstDash val="solid"/>
                    </a:lnL>
                    <a:lnR w="12700" cmpd="sng">
                      <a:noFill/>
                      <a:prstDash val="solid"/>
                    </a:lnR>
                    <a:lnT w="762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897721284"/>
                  </a:ext>
                </a:extLst>
              </a:tr>
            </a:tbl>
          </a:graphicData>
        </a:graphic>
      </p:graphicFrame>
    </p:spTree>
    <p:extLst>
      <p:ext uri="{BB962C8B-B14F-4D97-AF65-F5344CB8AC3E}">
        <p14:creationId xmlns:p14="http://schemas.microsoft.com/office/powerpoint/2010/main" val="12972672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33B3F-0A38-4930-882B-D8A163930F48}"/>
              </a:ext>
            </a:extLst>
          </p:cNvPr>
          <p:cNvSpPr>
            <a:spLocks noGrp="1"/>
          </p:cNvSpPr>
          <p:nvPr>
            <p:ph type="title"/>
          </p:nvPr>
        </p:nvSpPr>
        <p:spPr/>
        <p:txBody>
          <a:bodyPr/>
          <a:lstStyle/>
          <a:p>
            <a:r>
              <a:rPr dirty="0"/>
              <a:t>Applied Products</a:t>
            </a:r>
          </a:p>
        </p:txBody>
      </p:sp>
      <p:graphicFrame>
        <p:nvGraphicFramePr>
          <p:cNvPr id="4" name="Table 3">
            <a:extLst>
              <a:ext uri="{FF2B5EF4-FFF2-40B4-BE49-F238E27FC236}">
                <a16:creationId xmlns:a16="http://schemas.microsoft.com/office/drawing/2014/main" id="{E2D77263-94EC-44D5-91CB-0EAF9CFB65BA}"/>
              </a:ext>
            </a:extLst>
          </p:cNvPr>
          <p:cNvGraphicFramePr>
            <a:graphicFrameLocks noGrp="1"/>
          </p:cNvGraphicFramePr>
          <p:nvPr>
            <p:extLst>
              <p:ext uri="{D42A27DB-BD31-4B8C-83A1-F6EECF244321}">
                <p14:modId xmlns:p14="http://schemas.microsoft.com/office/powerpoint/2010/main" val="3118016765"/>
              </p:ext>
            </p:extLst>
          </p:nvPr>
        </p:nvGraphicFramePr>
        <p:xfrm>
          <a:off x="1441325" y="1292755"/>
          <a:ext cx="9497609" cy="4222190"/>
        </p:xfrm>
        <a:graphic>
          <a:graphicData uri="http://schemas.openxmlformats.org/drawingml/2006/table">
            <a:tbl>
              <a:tblPr/>
              <a:tblGrid>
                <a:gridCol w="9497609">
                  <a:extLst>
                    <a:ext uri="{9D8B030D-6E8A-4147-A177-3AD203B41FA5}">
                      <a16:colId xmlns:a16="http://schemas.microsoft.com/office/drawing/2014/main" val="3620127767"/>
                    </a:ext>
                  </a:extLst>
                </a:gridCol>
              </a:tblGrid>
              <a:tr h="3287600">
                <a:tc>
                  <a:txBody>
                    <a:bodyPr/>
                    <a:lstStyle/>
                    <a:p>
                      <a:pPr marL="285750" indent="-285750" fontAlgn="t">
                        <a:lnSpc>
                          <a:spcPct val="150000"/>
                        </a:lnSpc>
                        <a:buFont typeface="Arial" panose="020B0604020202020204" pitchFamily="34" charset="0"/>
                        <a:buChar char="•"/>
                      </a:pPr>
                      <a:r>
                        <a:rPr lang="en-US" sz="1800" b="1" i="0" dirty="0">
                          <a:effectLst/>
                          <a:latin typeface="Segoe UI" panose="020B0502040204020203" pitchFamily="34" charset="0"/>
                        </a:rPr>
                        <a:t>ELEKTRA 2 </a:t>
                      </a:r>
                      <a:r>
                        <a:rPr lang="hu-HU" sz="1800" b="1" i="0" dirty="0">
                          <a:effectLst/>
                          <a:latin typeface="Segoe UI" panose="020B0502040204020203" pitchFamily="34" charset="0"/>
                        </a:rPr>
                        <a:t>interlocking </a:t>
                      </a:r>
                      <a:r>
                        <a:rPr lang="en-US" sz="1800" b="0" i="1" dirty="0">
                          <a:effectLst/>
                          <a:latin typeface="Segoe UI" panose="020B0502040204020203" pitchFamily="34" charset="0"/>
                        </a:rPr>
                        <a:t>(</a:t>
                      </a:r>
                      <a:r>
                        <a:rPr lang="en-US" sz="1800" b="0" i="1" dirty="0" err="1">
                          <a:effectLst/>
                          <a:latin typeface="Segoe UI" panose="020B0502040204020203" pitchFamily="34" charset="0"/>
                        </a:rPr>
                        <a:t>LockTrac</a:t>
                      </a:r>
                      <a:r>
                        <a:rPr lang="en-US" sz="1800" b="0" i="1" dirty="0">
                          <a:effectLst/>
                          <a:latin typeface="Segoe UI" panose="020B0502040204020203" pitchFamily="34" charset="0"/>
                        </a:rPr>
                        <a:t> 6131, PV INT 2.9.1A)</a:t>
                      </a:r>
                      <a:r>
                        <a:rPr lang="en-US" sz="1800" b="0" i="0" dirty="0">
                          <a:effectLst/>
                          <a:latin typeface="Segoe UI" panose="020B0502040204020203" pitchFamily="34" charset="0"/>
                        </a:rPr>
                        <a:t> </a:t>
                      </a:r>
                      <a:r>
                        <a:rPr lang="hu-HU" sz="1800" b="0" i="0" dirty="0">
                          <a:effectLst/>
                          <a:latin typeface="Segoe UI" panose="020B0502040204020203" pitchFamily="34" charset="0"/>
                        </a:rPr>
                        <a:t>– New delivery for ZIV station topology.</a:t>
                      </a:r>
                    </a:p>
                    <a:p>
                      <a:pPr marL="285750" indent="-285750" fontAlgn="t">
                        <a:lnSpc>
                          <a:spcPct val="150000"/>
                        </a:lnSpc>
                        <a:buFont typeface="Arial" panose="020B0604020202020204" pitchFamily="34" charset="0"/>
                        <a:buChar char="•"/>
                      </a:pPr>
                      <a:r>
                        <a:rPr lang="en-US" sz="1800" b="1" i="0" dirty="0">
                          <a:effectLst/>
                          <a:latin typeface="Segoe UI" panose="020B0502040204020203" pitchFamily="34" charset="0"/>
                        </a:rPr>
                        <a:t>RBC (Radio Block Centre)</a:t>
                      </a:r>
                      <a:r>
                        <a:rPr lang="en-US" sz="1800" b="0" i="0" dirty="0">
                          <a:effectLst/>
                          <a:latin typeface="Segoe UI" panose="020B0502040204020203" pitchFamily="34" charset="0"/>
                        </a:rPr>
                        <a:t> </a:t>
                      </a:r>
                      <a:r>
                        <a:rPr lang="en-US" sz="1800" b="0" i="1" dirty="0">
                          <a:effectLst/>
                          <a:latin typeface="Segoe UI" panose="020B0502040204020203" pitchFamily="34" charset="0"/>
                        </a:rPr>
                        <a:t>(</a:t>
                      </a:r>
                      <a:r>
                        <a:rPr lang="en-US" sz="1800" b="0" i="1" dirty="0" err="1">
                          <a:effectLst/>
                          <a:latin typeface="Segoe UI" panose="020B0502040204020203" pitchFamily="34" charset="0"/>
                        </a:rPr>
                        <a:t>AlTrac</a:t>
                      </a:r>
                      <a:r>
                        <a:rPr lang="en-US" sz="1800" b="0" i="1" dirty="0">
                          <a:effectLst/>
                          <a:latin typeface="Segoe UI" panose="020B0502040204020203" pitchFamily="34" charset="0"/>
                        </a:rPr>
                        <a:t> 6481, RBC HU 1.2.1A)</a:t>
                      </a:r>
                      <a:r>
                        <a:rPr lang="hu-HU" sz="1800" b="0" i="1" dirty="0">
                          <a:effectLst/>
                          <a:latin typeface="Segoe UI" panose="020B0502040204020203" pitchFamily="34" charset="0"/>
                        </a:rPr>
                        <a:t> – Existing HW. SW update with the new delta topology.</a:t>
                      </a:r>
                      <a:endParaRPr lang="hu-HU" sz="1800" b="0" i="0" dirty="0">
                        <a:effectLst/>
                        <a:latin typeface="Segoe UI" panose="020B0502040204020203" pitchFamily="34" charset="0"/>
                      </a:endParaRPr>
                    </a:p>
                    <a:p>
                      <a:pPr marL="285750" indent="-285750" fontAlgn="t">
                        <a:lnSpc>
                          <a:spcPct val="150000"/>
                        </a:lnSpc>
                        <a:buFont typeface="Arial" panose="020B0604020202020204" pitchFamily="34" charset="0"/>
                        <a:buChar char="•"/>
                      </a:pPr>
                      <a:r>
                        <a:rPr lang="en-US" sz="1800" b="1" i="0" dirty="0" err="1">
                          <a:effectLst/>
                          <a:latin typeface="Segoe UI" panose="020B0502040204020203" pitchFamily="34" charset="0"/>
                        </a:rPr>
                        <a:t>AzLM</a:t>
                      </a:r>
                      <a:r>
                        <a:rPr lang="en-US" sz="1800" b="1" i="0" dirty="0">
                          <a:effectLst/>
                          <a:latin typeface="Segoe UI" panose="020B0502040204020203" pitchFamily="34" charset="0"/>
                        </a:rPr>
                        <a:t> </a:t>
                      </a:r>
                      <a:r>
                        <a:rPr lang="hu-HU" sz="1800" b="1" i="0" dirty="0">
                          <a:effectLst/>
                          <a:latin typeface="Segoe UI" panose="020B0502040204020203" pitchFamily="34" charset="0"/>
                        </a:rPr>
                        <a:t>Axle counter: </a:t>
                      </a:r>
                      <a:r>
                        <a:rPr lang="en-US" sz="1800" b="0" i="1" dirty="0">
                          <a:effectLst/>
                          <a:latin typeface="Segoe UI" panose="020B0502040204020203" pitchFamily="34" charset="0"/>
                        </a:rPr>
                        <a:t>(</a:t>
                      </a:r>
                      <a:r>
                        <a:rPr lang="en-US" sz="1800" b="0" i="1" dirty="0" err="1">
                          <a:effectLst/>
                          <a:latin typeface="Segoe UI" panose="020B0502040204020203" pitchFamily="34" charset="0"/>
                        </a:rPr>
                        <a:t>FieldTrac</a:t>
                      </a:r>
                      <a:r>
                        <a:rPr lang="en-US" sz="1800" b="0" i="1" dirty="0">
                          <a:effectLst/>
                          <a:latin typeface="Segoe UI" panose="020B0502040204020203" pitchFamily="34" charset="0"/>
                        </a:rPr>
                        <a:t> 6315</a:t>
                      </a:r>
                      <a:r>
                        <a:rPr lang="hu-HU" sz="1800" b="0" i="1" dirty="0">
                          <a:effectLst/>
                          <a:latin typeface="Segoe UI" panose="020B0502040204020203" pitchFamily="34" charset="0"/>
                        </a:rPr>
                        <a:t>) New HW+SW delivered for the new delta topology.</a:t>
                      </a:r>
                      <a:endParaRPr lang="hu-HU" sz="1800" b="0" i="0" dirty="0">
                        <a:effectLst/>
                        <a:latin typeface="Segoe UI" panose="020B0502040204020203" pitchFamily="34" charset="0"/>
                      </a:endParaRPr>
                    </a:p>
                    <a:p>
                      <a:pPr marL="285750" marR="0" lvl="0" indent="-285750" algn="l" defTabSz="914400" rtl="0" eaLnBrk="1" fontAlgn="t" latinLnBrk="0" hangingPunct="1">
                        <a:lnSpc>
                          <a:spcPct val="150000"/>
                        </a:lnSpc>
                        <a:spcBef>
                          <a:spcPts val="0"/>
                        </a:spcBef>
                        <a:spcAft>
                          <a:spcPts val="0"/>
                        </a:spcAft>
                        <a:buClrTx/>
                        <a:buSzTx/>
                        <a:buFont typeface="Arial" panose="020B0604020202020204" pitchFamily="34" charset="0"/>
                        <a:buChar char="•"/>
                        <a:tabLst/>
                        <a:defRPr/>
                      </a:pPr>
                      <a:r>
                        <a:rPr lang="hu-HU" sz="1800" b="1" i="0" dirty="0">
                          <a:effectLst/>
                          <a:latin typeface="Segoe UI" panose="020B0502040204020203" pitchFamily="34" charset="0"/>
                        </a:rPr>
                        <a:t>A3</a:t>
                      </a:r>
                      <a:r>
                        <a:rPr lang="en-US" sz="1800" b="1" i="0" dirty="0">
                          <a:effectLst/>
                          <a:latin typeface="Segoe UI" panose="020B0502040204020203" pitchFamily="34" charset="0"/>
                        </a:rPr>
                        <a:t> </a:t>
                      </a:r>
                      <a:r>
                        <a:rPr lang="hu-HU" sz="1800" b="1" i="0" dirty="0">
                          <a:effectLst/>
                          <a:latin typeface="Segoe UI" panose="020B0502040204020203" pitchFamily="34" charset="0"/>
                        </a:rPr>
                        <a:t>Axle counter: </a:t>
                      </a:r>
                      <a:r>
                        <a:rPr lang="hu-HU" sz="1800" b="0" i="0" dirty="0">
                          <a:solidFill>
                            <a:schemeClr val="tx1"/>
                          </a:solidFill>
                          <a:effectLst/>
                          <a:latin typeface="Segoe UI" panose="020B0502040204020203" pitchFamily="34" charset="0"/>
                        </a:rPr>
                        <a:t>Existing HW+SW, remains for the current topology.</a:t>
                      </a:r>
                      <a:endParaRPr lang="hu-HU" sz="1800" b="0" i="0" dirty="0">
                        <a:effectLst/>
                        <a:latin typeface="Segoe UI" panose="020B0502040204020203" pitchFamily="34" charset="0"/>
                      </a:endParaRPr>
                    </a:p>
                    <a:p>
                      <a:pPr marL="285750" indent="-285750" fontAlgn="t">
                        <a:lnSpc>
                          <a:spcPct val="150000"/>
                        </a:lnSpc>
                        <a:buFont typeface="Arial" panose="020B0604020202020204" pitchFamily="34" charset="0"/>
                        <a:buChar char="•"/>
                      </a:pPr>
                      <a:r>
                        <a:rPr lang="en-US" sz="1800" b="1" i="0" dirty="0">
                          <a:effectLst/>
                          <a:latin typeface="Segoe UI" panose="020B0502040204020203" pitchFamily="34" charset="0"/>
                        </a:rPr>
                        <a:t>AKF</a:t>
                      </a:r>
                      <a:r>
                        <a:rPr lang="hu-HU" sz="1800" b="1" i="0" dirty="0">
                          <a:effectLst/>
                          <a:latin typeface="Segoe UI" panose="020B0502040204020203" pitchFamily="34" charset="0"/>
                        </a:rPr>
                        <a:t>: </a:t>
                      </a:r>
                      <a:r>
                        <a:rPr lang="hu-HU" sz="1800" b="0" i="0" dirty="0">
                          <a:effectLst/>
                          <a:latin typeface="Segoe UI" panose="020B0502040204020203" pitchFamily="34" charset="0"/>
                        </a:rPr>
                        <a:t>Existing HW. SW updated for the new delta topology.</a:t>
                      </a:r>
                    </a:p>
                    <a:p>
                      <a:pPr marL="285750" indent="-285750" fontAlgn="t">
                        <a:lnSpc>
                          <a:spcPct val="150000"/>
                        </a:lnSpc>
                        <a:buFont typeface="Arial" panose="020B0604020202020204" pitchFamily="34" charset="0"/>
                        <a:buChar char="•"/>
                      </a:pPr>
                      <a:r>
                        <a:rPr lang="en-US" sz="1800" b="1" i="0" dirty="0" err="1">
                          <a:effectLst/>
                          <a:latin typeface="Segoe UI" panose="020B0502040204020203" pitchFamily="34" charset="0"/>
                        </a:rPr>
                        <a:t>EuroBalises</a:t>
                      </a:r>
                      <a:r>
                        <a:rPr lang="en-US" sz="1800" b="0" i="0" dirty="0">
                          <a:effectLst/>
                          <a:latin typeface="Segoe UI" panose="020B0502040204020203" pitchFamily="34" charset="0"/>
                        </a:rPr>
                        <a:t> </a:t>
                      </a:r>
                      <a:r>
                        <a:rPr lang="hu-HU" sz="1800" b="0" i="0" dirty="0">
                          <a:effectLst/>
                          <a:latin typeface="Segoe UI" panose="020B0502040204020203" pitchFamily="34" charset="0"/>
                        </a:rPr>
                        <a:t>(</a:t>
                      </a:r>
                      <a:r>
                        <a:rPr lang="en-US" sz="1800" b="0" i="1" dirty="0">
                          <a:effectLst/>
                          <a:latin typeface="Segoe UI" panose="020B0502040204020203" pitchFamily="34" charset="0"/>
                        </a:rPr>
                        <a:t>Siemens S21 ERL6</a:t>
                      </a:r>
                      <a:r>
                        <a:rPr lang="hu-HU" sz="1800" b="0" i="1" dirty="0">
                          <a:effectLst/>
                          <a:latin typeface="Segoe UI" panose="020B0502040204020203" pitchFamily="34" charset="0"/>
                        </a:rPr>
                        <a:t>, UBH-3 balise holders), existing HW+SW. Extended/updated with the new delta topology.</a:t>
                      </a:r>
                      <a:endParaRPr lang="en-US" sz="1800" b="0" i="0" dirty="0">
                        <a:effectLst/>
                        <a:latin typeface="Segoe UI" panose="020B0502040204020203" pitchFamily="34" charset="0"/>
                      </a:endParaRPr>
                    </a:p>
                  </a:txBody>
                  <a:tcPr>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9490767"/>
                  </a:ext>
                </a:extLst>
              </a:tr>
              <a:tr h="427430">
                <a:tc>
                  <a:txBody>
                    <a:bodyPr/>
                    <a:lstStyle/>
                    <a:p>
                      <a:endParaRPr lang="en-US" dirty="0"/>
                    </a:p>
                  </a:txBody>
                  <a:tcPr>
                    <a:lnL w="12700" cmpd="sng">
                      <a:noFill/>
                      <a:prstDash val="solid"/>
                    </a:lnL>
                    <a:lnR w="12700" cmpd="sng">
                      <a:noFill/>
                      <a:prstDash val="solid"/>
                    </a:lnR>
                    <a:lnT w="762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897721284"/>
                  </a:ext>
                </a:extLst>
              </a:tr>
            </a:tbl>
          </a:graphicData>
        </a:graphic>
      </p:graphicFrame>
    </p:spTree>
    <p:extLst>
      <p:ext uri="{BB962C8B-B14F-4D97-AF65-F5344CB8AC3E}">
        <p14:creationId xmlns:p14="http://schemas.microsoft.com/office/powerpoint/2010/main" val="37267309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EF33B3F-0A38-4930-882B-D8A163930F48}"/>
              </a:ext>
            </a:extLst>
          </p:cNvPr>
          <p:cNvSpPr>
            <a:spLocks noGrp="1"/>
          </p:cNvSpPr>
          <p:nvPr>
            <p:ph type="title"/>
          </p:nvPr>
        </p:nvSpPr>
        <p:spPr/>
        <p:txBody>
          <a:bodyPr/>
          <a:lstStyle/>
          <a:p>
            <a:r>
              <a:rPr dirty="0"/>
              <a:t>Technical Summary</a:t>
            </a:r>
          </a:p>
        </p:txBody>
      </p:sp>
      <p:graphicFrame>
        <p:nvGraphicFramePr>
          <p:cNvPr id="4" name="Table 3">
            <a:extLst>
              <a:ext uri="{FF2B5EF4-FFF2-40B4-BE49-F238E27FC236}">
                <a16:creationId xmlns:a16="http://schemas.microsoft.com/office/drawing/2014/main" id="{E2D77263-94EC-44D5-91CB-0EAF9CFB65BA}"/>
              </a:ext>
            </a:extLst>
          </p:cNvPr>
          <p:cNvGraphicFramePr>
            <a:graphicFrameLocks noGrp="1"/>
          </p:cNvGraphicFramePr>
          <p:nvPr>
            <p:extLst>
              <p:ext uri="{D42A27DB-BD31-4B8C-83A1-F6EECF244321}">
                <p14:modId xmlns:p14="http://schemas.microsoft.com/office/powerpoint/2010/main" val="359119748"/>
              </p:ext>
            </p:extLst>
          </p:nvPr>
        </p:nvGraphicFramePr>
        <p:xfrm>
          <a:off x="1024821" y="1162714"/>
          <a:ext cx="9963064" cy="5199396"/>
        </p:xfrm>
        <a:graphic>
          <a:graphicData uri="http://schemas.openxmlformats.org/drawingml/2006/table">
            <a:tbl>
              <a:tblPr/>
              <a:tblGrid>
                <a:gridCol w="9963064">
                  <a:extLst>
                    <a:ext uri="{9D8B030D-6E8A-4147-A177-3AD203B41FA5}">
                      <a16:colId xmlns:a16="http://schemas.microsoft.com/office/drawing/2014/main" val="3620127767"/>
                    </a:ext>
                  </a:extLst>
                </a:gridCol>
              </a:tblGrid>
              <a:tr h="4873618">
                <a:tc>
                  <a:txBody>
                    <a:bodyPr/>
                    <a:lstStyle/>
                    <a:p>
                      <a:pPr marL="285750" indent="-285750" fontAlgn="t">
                        <a:buFont typeface="Arial" panose="020B0604020202020204" pitchFamily="34" charset="0"/>
                        <a:buChar char="•"/>
                      </a:pPr>
                      <a:r>
                        <a:rPr lang="hu-HU" sz="1800" b="0" i="0" noProof="0" dirty="0">
                          <a:effectLst/>
                          <a:latin typeface="Segoe UI" panose="020B0502040204020203" pitchFamily="34" charset="0"/>
                        </a:rPr>
                        <a:t>Installation of new </a:t>
                      </a:r>
                      <a:r>
                        <a:rPr lang="hu-HU" sz="1800" b="1" i="0" noProof="0" dirty="0">
                          <a:effectLst/>
                          <a:latin typeface="Segoe UI" panose="020B0502040204020203" pitchFamily="34" charset="0"/>
                        </a:rPr>
                        <a:t>ELEKTRA 2 interlocking</a:t>
                      </a:r>
                      <a:r>
                        <a:rPr lang="hu-HU" sz="1800" b="0" i="0" noProof="0" dirty="0">
                          <a:effectLst/>
                          <a:latin typeface="Segoe UI" panose="020B0502040204020203" pitchFamily="34" charset="0"/>
                        </a:rPr>
                        <a:t> at ZIV station (as replacement of the current ELEKTRA 1), with the extension of the station topology with the new delta track, the supporting Hungarian specific functionalities, but without 75Hz occupation detection.</a:t>
                      </a:r>
                    </a:p>
                    <a:p>
                      <a:pPr marL="285750" indent="-285750" fontAlgn="t">
                        <a:buFont typeface="Arial" panose="020B0604020202020204" pitchFamily="34" charset="0"/>
                        <a:buChar char="•"/>
                      </a:pPr>
                      <a:r>
                        <a:rPr lang="hu-HU" sz="1800" b="0" i="0" noProof="0" dirty="0">
                          <a:effectLst/>
                          <a:latin typeface="Segoe UI" panose="020B0502040204020203" pitchFamily="34" charset="0"/>
                        </a:rPr>
                        <a:t>New main signals and shunting signals (filament version), new point machines and axle counters will be delivered under our solution. </a:t>
                      </a:r>
                    </a:p>
                    <a:p>
                      <a:pPr marL="285750" indent="-285750" fontAlgn="t">
                        <a:buFont typeface="Arial" panose="020B0604020202020204" pitchFamily="34" charset="0"/>
                        <a:buChar char="•"/>
                      </a:pPr>
                      <a:r>
                        <a:rPr lang="hu-HU" sz="1800" b="0" i="0" noProof="0" dirty="0">
                          <a:effectLst/>
                          <a:latin typeface="Segoe UI" panose="020B0502040204020203" pitchFamily="34" charset="0"/>
                        </a:rPr>
                        <a:t>Level crossings will be rearranged:: </a:t>
                      </a:r>
                    </a:p>
                    <a:p>
                      <a:pPr marL="742950" lvl="1" indent="-285750" fontAlgn="t">
                        <a:buFont typeface="Arial" panose="020B0604020202020204" pitchFamily="34" charset="0"/>
                        <a:buChar char="•"/>
                      </a:pPr>
                      <a:r>
                        <a:rPr lang="hu-HU" sz="1800" b="0" i="0" noProof="0" dirty="0">
                          <a:effectLst/>
                          <a:latin typeface="Segoe UI" panose="020B0502040204020203" pitchFamily="34" charset="0"/>
                        </a:rPr>
                        <a:t>Current </a:t>
                      </a:r>
                      <a:r>
                        <a:rPr lang="hu-HU" sz="1800" b="1" i="0" noProof="0" dirty="0">
                          <a:effectLst/>
                          <a:latin typeface="Segoe UI" panose="020B0502040204020203" pitchFamily="34" charset="0"/>
                        </a:rPr>
                        <a:t>AS 495 </a:t>
                      </a:r>
                      <a:r>
                        <a:rPr lang="hu-HU" sz="1800" b="1" i="0" noProof="0" dirty="0">
                          <a:effectLst/>
                          <a:latin typeface="Calibri" panose="020F0502020204030204" pitchFamily="34" charset="0"/>
                          <a:ea typeface="Calibri" panose="020F0502020204030204" pitchFamily="34" charset="0"/>
                          <a:cs typeface="Calibri" panose="020F0502020204030204" pitchFamily="34" charset="0"/>
                        </a:rPr>
                        <a:t>→ </a:t>
                      </a:r>
                      <a:r>
                        <a:rPr lang="hu-HU" sz="1800" b="1" i="0" noProof="0" dirty="0">
                          <a:effectLst/>
                          <a:latin typeface="Segoe UI" panose="020B0502040204020203" pitchFamily="34" charset="0"/>
                        </a:rPr>
                        <a:t>SR1 in the new topology.</a:t>
                      </a:r>
                      <a:r>
                        <a:rPr lang="hu-HU" sz="1800" b="0" i="0" noProof="0" dirty="0">
                          <a:effectLst/>
                          <a:latin typeface="Segoe UI" panose="020B0502040204020203" pitchFamily="34" charset="0"/>
                        </a:rPr>
                        <a:t>;</a:t>
                      </a:r>
                    </a:p>
                    <a:p>
                      <a:pPr marL="742950" lvl="1" indent="-285750" fontAlgn="t">
                        <a:buFont typeface="Arial" panose="020B0604020202020204" pitchFamily="34" charset="0"/>
                        <a:buChar char="•"/>
                      </a:pPr>
                      <a:r>
                        <a:rPr lang="hu-HU" sz="1800" b="0" i="0" noProof="0" dirty="0">
                          <a:effectLst/>
                          <a:latin typeface="Segoe UI" panose="020B0502040204020203" pitchFamily="34" charset="0"/>
                        </a:rPr>
                        <a:t>Current </a:t>
                      </a:r>
                      <a:r>
                        <a:rPr lang="hu-HU" sz="1800" b="1" i="0" noProof="0" dirty="0">
                          <a:effectLst/>
                          <a:latin typeface="Segoe UI" panose="020B0502040204020203" pitchFamily="34" charset="0"/>
                        </a:rPr>
                        <a:t>AS 1438 </a:t>
                      </a:r>
                      <a:r>
                        <a:rPr lang="hu-HU" sz="1800" b="1" i="0" noProof="0" dirty="0">
                          <a:effectLst/>
                          <a:latin typeface="Calibri" panose="020F0502020204030204" pitchFamily="34" charset="0"/>
                          <a:ea typeface="Calibri" panose="020F0502020204030204" pitchFamily="34" charset="0"/>
                          <a:cs typeface="Calibri" panose="020F0502020204030204" pitchFamily="34" charset="0"/>
                        </a:rPr>
                        <a:t>→</a:t>
                      </a:r>
                      <a:r>
                        <a:rPr lang="hu-HU" sz="1800" b="0" i="0" noProof="0" dirty="0">
                          <a:effectLst/>
                          <a:latin typeface="Segoe UI" panose="020B0502040204020203" pitchFamily="34" charset="0"/>
                        </a:rPr>
                        <a:t> </a:t>
                      </a:r>
                      <a:r>
                        <a:rPr lang="hu-HU" sz="1800" b="1" i="0" noProof="0" dirty="0">
                          <a:effectLst/>
                          <a:latin typeface="Segoe UI" panose="020B0502040204020203" pitchFamily="34" charset="0"/>
                        </a:rPr>
                        <a:t>SR3 in the new topology</a:t>
                      </a:r>
                      <a:r>
                        <a:rPr lang="hu-HU" sz="1800" b="0" i="0" noProof="0" dirty="0">
                          <a:effectLst/>
                          <a:latin typeface="Segoe UI" panose="020B0502040204020203" pitchFamily="34" charset="0"/>
                        </a:rPr>
                        <a:t>;</a:t>
                      </a:r>
                    </a:p>
                    <a:p>
                      <a:pPr marL="742950" lvl="1" indent="-285750" fontAlgn="t">
                        <a:buFont typeface="Arial" panose="020B0604020202020204" pitchFamily="34" charset="0"/>
                        <a:buChar char="•"/>
                      </a:pPr>
                      <a:r>
                        <a:rPr lang="hu-HU" sz="1800" b="1" i="0" noProof="0" dirty="0">
                          <a:solidFill>
                            <a:schemeClr val="tx1"/>
                          </a:solidFill>
                          <a:effectLst/>
                          <a:latin typeface="Segoe UI" panose="020B0502040204020203" pitchFamily="34" charset="0"/>
                        </a:rPr>
                        <a:t>SR5</a:t>
                      </a:r>
                      <a:r>
                        <a:rPr lang="hu-HU" sz="1800" b="0" i="0" noProof="0" dirty="0">
                          <a:solidFill>
                            <a:schemeClr val="tx1"/>
                          </a:solidFill>
                          <a:effectLst/>
                          <a:latin typeface="Segoe UI" panose="020B0502040204020203" pitchFamily="34" charset="0"/>
                        </a:rPr>
                        <a:t> will be a completely new installation on the delta track;</a:t>
                      </a:r>
                    </a:p>
                    <a:p>
                      <a:pPr marL="742950" lvl="1" indent="-285750" fontAlgn="t">
                        <a:buFont typeface="Arial" panose="020B0604020202020204" pitchFamily="34" charset="0"/>
                        <a:buChar char="•"/>
                      </a:pPr>
                      <a:r>
                        <a:rPr lang="hu-HU" sz="1800" b="0" i="0" noProof="0" dirty="0">
                          <a:effectLst/>
                          <a:latin typeface="Segoe UI" panose="020B0502040204020203" pitchFamily="34" charset="0"/>
                        </a:rPr>
                        <a:t>Current </a:t>
                      </a:r>
                      <a:r>
                        <a:rPr lang="hu-HU" sz="1800" b="1" i="0" noProof="0" dirty="0">
                          <a:effectLst/>
                          <a:latin typeface="Segoe UI" panose="020B0502040204020203" pitchFamily="34" charset="0"/>
                        </a:rPr>
                        <a:t>AS 486 </a:t>
                      </a:r>
                      <a:r>
                        <a:rPr lang="hu-HU" sz="1800" b="1" i="0" noProof="0" dirty="0">
                          <a:effectLst/>
                          <a:latin typeface="Calibri" panose="020F0502020204030204" pitchFamily="34" charset="0"/>
                          <a:ea typeface="Calibri" panose="020F0502020204030204" pitchFamily="34" charset="0"/>
                          <a:cs typeface="Calibri" panose="020F0502020204030204" pitchFamily="34" charset="0"/>
                        </a:rPr>
                        <a:t>→</a:t>
                      </a:r>
                      <a:r>
                        <a:rPr lang="hu-HU" sz="1800" b="1" i="0" noProof="0" dirty="0">
                          <a:effectLst/>
                          <a:latin typeface="Segoe UI" panose="020B0502040204020203" pitchFamily="34" charset="0"/>
                        </a:rPr>
                        <a:t> SR7 in the new topology (double track)</a:t>
                      </a:r>
                    </a:p>
                    <a:p>
                      <a:pPr marL="742950" marR="0" lvl="1" indent="-285750" algn="l" defTabSz="914400" rtl="0" eaLnBrk="1" fontAlgn="t" latinLnBrk="0" hangingPunct="1">
                        <a:lnSpc>
                          <a:spcPct val="100000"/>
                        </a:lnSpc>
                        <a:spcBef>
                          <a:spcPts val="0"/>
                        </a:spcBef>
                        <a:spcAft>
                          <a:spcPts val="0"/>
                        </a:spcAft>
                        <a:buClrTx/>
                        <a:buSzTx/>
                        <a:buFont typeface="Arial" panose="020B0604020202020204" pitchFamily="34" charset="0"/>
                        <a:buChar char="•"/>
                        <a:tabLst/>
                        <a:defRPr/>
                      </a:pPr>
                      <a:r>
                        <a:rPr lang="hu-HU" sz="1800" b="0" i="0" noProof="0" dirty="0">
                          <a:effectLst/>
                          <a:latin typeface="Segoe UI" panose="020B0502040204020203" pitchFamily="34" charset="0"/>
                        </a:rPr>
                        <a:t>Current </a:t>
                      </a:r>
                      <a:r>
                        <a:rPr lang="hu-HU" sz="1800" b="1" i="0" noProof="0" dirty="0">
                          <a:effectLst/>
                          <a:latin typeface="Segoe UI" panose="020B0502040204020203" pitchFamily="34" charset="0"/>
                        </a:rPr>
                        <a:t>SR1</a:t>
                      </a:r>
                      <a:r>
                        <a:rPr lang="hu-HU" sz="1800" b="0" i="0" noProof="0" dirty="0">
                          <a:effectLst/>
                          <a:latin typeface="Segoe UI" panose="020B0502040204020203" pitchFamily="34" charset="0"/>
                        </a:rPr>
                        <a:t> </a:t>
                      </a:r>
                      <a:r>
                        <a:rPr lang="hu-HU" sz="1800" b="1" i="0" noProof="0" dirty="0">
                          <a:effectLst/>
                          <a:latin typeface="Calibri" panose="020F0502020204030204" pitchFamily="34" charset="0"/>
                          <a:ea typeface="Calibri" panose="020F0502020204030204" pitchFamily="34" charset="0"/>
                          <a:cs typeface="Calibri" panose="020F0502020204030204" pitchFamily="34" charset="0"/>
                        </a:rPr>
                        <a:t>→ </a:t>
                      </a:r>
                      <a:r>
                        <a:rPr lang="hu-HU" sz="1800" b="1" i="0" noProof="0" dirty="0">
                          <a:effectLst/>
                          <a:latin typeface="Segoe UI" panose="020B0502040204020203" pitchFamily="34" charset="0"/>
                        </a:rPr>
                        <a:t>SR9 in the new topology;</a:t>
                      </a:r>
                      <a:endParaRPr lang="hu-HU" sz="1800" b="0" i="0" noProof="0" dirty="0">
                        <a:effectLst/>
                        <a:latin typeface="Segoe UI" panose="020B0502040204020203" pitchFamily="34" charset="0"/>
                      </a:endParaRPr>
                    </a:p>
                    <a:p>
                      <a:pPr marL="742950" lvl="1" indent="-285750" fontAlgn="t">
                        <a:buFont typeface="Arial" panose="020B0604020202020204" pitchFamily="34" charset="0"/>
                        <a:buChar char="•"/>
                      </a:pPr>
                      <a:r>
                        <a:rPr lang="hu-HU" sz="1800" b="1" i="0" kern="1200" noProof="0" dirty="0">
                          <a:solidFill>
                            <a:schemeClr val="tx1"/>
                          </a:solidFill>
                          <a:effectLst/>
                          <a:latin typeface="Segoe UI" panose="020B0502040204020203" pitchFamily="34" charset="0"/>
                          <a:ea typeface="+mn-ea"/>
                          <a:cs typeface="+mn-cs"/>
                        </a:rPr>
                        <a:t>AS512</a:t>
                      </a:r>
                      <a:r>
                        <a:rPr lang="hu-HU" sz="1800" b="0" i="0" kern="1200" noProof="0" dirty="0">
                          <a:solidFill>
                            <a:schemeClr val="tx1"/>
                          </a:solidFill>
                          <a:effectLst/>
                          <a:latin typeface="Segoe UI" panose="020B0502040204020203" pitchFamily="34" charset="0"/>
                          <a:ea typeface="+mn-ea"/>
                          <a:cs typeface="+mn-cs"/>
                        </a:rPr>
                        <a:t> needs to be modified for the final implementation</a:t>
                      </a:r>
                      <a:r>
                        <a:rPr lang="en-US" sz="1800" b="0" i="0" kern="1200" dirty="0">
                          <a:solidFill>
                            <a:schemeClr val="tx1"/>
                          </a:solidFill>
                          <a:effectLst/>
                          <a:latin typeface="Segoe UI" panose="020B0502040204020203" pitchFamily="34" charset="0"/>
                          <a:ea typeface="+mn-ea"/>
                          <a:cs typeface="+mn-cs"/>
                        </a:rPr>
                        <a:t>.</a:t>
                      </a:r>
                      <a:endParaRPr lang="hu-HU" sz="1800" b="0" i="0" kern="1200" noProof="0" dirty="0">
                        <a:solidFill>
                          <a:schemeClr val="tx1"/>
                        </a:solidFill>
                        <a:effectLst/>
                        <a:latin typeface="Segoe UI" panose="020B0502040204020203" pitchFamily="34" charset="0"/>
                        <a:ea typeface="+mn-ea"/>
                        <a:cs typeface="+mn-cs"/>
                      </a:endParaRPr>
                    </a:p>
                    <a:p>
                      <a:pPr marL="285750" indent="-285750" fontAlgn="t">
                        <a:buFont typeface="Arial" panose="020B0604020202020204" pitchFamily="34" charset="0"/>
                        <a:buChar char="•"/>
                      </a:pPr>
                      <a:r>
                        <a:rPr lang="hu-HU" sz="1800" b="0" i="0" noProof="0" dirty="0">
                          <a:effectLst/>
                          <a:latin typeface="Segoe UI" panose="020B0502040204020203" pitchFamily="34" charset="0"/>
                        </a:rPr>
                        <a:t>Installation of </a:t>
                      </a:r>
                      <a:r>
                        <a:rPr lang="hu-HU" sz="1800" b="1" i="0" noProof="0" dirty="0">
                          <a:effectLst/>
                          <a:latin typeface="Segoe UI" panose="020B0502040204020203" pitchFamily="34" charset="0"/>
                        </a:rPr>
                        <a:t>ETCS L2</a:t>
                      </a:r>
                      <a:r>
                        <a:rPr lang="hu-HU" sz="1800" b="0" i="0" noProof="0" dirty="0">
                          <a:effectLst/>
                          <a:latin typeface="Segoe UI" panose="020B0502040204020203" pitchFamily="34" charset="0"/>
                        </a:rPr>
                        <a:t> on the Delta track and integrating it to the existing solution on the line 25 (BOBA ETCS L2); </a:t>
                      </a:r>
                    </a:p>
                    <a:p>
                      <a:pPr marL="285750" indent="-285750" fontAlgn="t">
                        <a:buFont typeface="Arial" panose="020B0604020202020204" pitchFamily="34" charset="0"/>
                        <a:buChar char="•"/>
                      </a:pPr>
                      <a:r>
                        <a:rPr lang="hu-HU" sz="1800" b="0" i="0" noProof="0" dirty="0">
                          <a:effectLst/>
                          <a:latin typeface="Segoe UI" panose="020B0502040204020203" pitchFamily="34" charset="0"/>
                        </a:rPr>
                        <a:t>Upgrading of </a:t>
                      </a:r>
                      <a:r>
                        <a:rPr lang="hu-HU" sz="1800" b="1" i="0" noProof="0" dirty="0">
                          <a:effectLst/>
                          <a:latin typeface="Segoe UI" panose="020B0502040204020203" pitchFamily="34" charset="0"/>
                        </a:rPr>
                        <a:t>AKF</a:t>
                      </a:r>
                      <a:endParaRPr lang="hu-HU" sz="1800" b="0" i="0" noProof="0" dirty="0">
                        <a:effectLst/>
                        <a:latin typeface="Segoe UI" panose="020B0502040204020203" pitchFamily="34" charset="0"/>
                      </a:endParaRPr>
                    </a:p>
                    <a:p>
                      <a:pPr marL="285750" indent="-285750" fontAlgn="t">
                        <a:buFont typeface="Arial" panose="020B0604020202020204" pitchFamily="34" charset="0"/>
                        <a:buChar char="•"/>
                      </a:pPr>
                      <a:r>
                        <a:rPr lang="hu-HU" sz="1800" b="0" i="0" noProof="0" dirty="0">
                          <a:effectLst/>
                          <a:latin typeface="Segoe UI" panose="020B0502040204020203" pitchFamily="34" charset="0"/>
                        </a:rPr>
                        <a:t>Extension of the power supply system; </a:t>
                      </a:r>
                    </a:p>
                    <a:p>
                      <a:pPr marL="285750" indent="-285750" fontAlgn="t">
                        <a:buFont typeface="Arial" panose="020B0604020202020204" pitchFamily="34" charset="0"/>
                        <a:buChar char="•"/>
                      </a:pPr>
                      <a:r>
                        <a:rPr lang="hu-HU" sz="1800" b="0" i="0" noProof="0" dirty="0">
                          <a:effectLst/>
                          <a:latin typeface="Segoe UI" panose="020B0502040204020203" pitchFamily="34" charset="0"/>
                        </a:rPr>
                        <a:t>Decommissioning of ELEKTRA 1 equipments after PIO; </a:t>
                      </a:r>
                    </a:p>
                  </a:txBody>
                  <a:tcPr marL="77702" marR="77702" marT="38851" marB="38851">
                    <a:lnL w="7620" cap="flat" cmpd="sng" algn="ctr">
                      <a:noFill/>
                      <a:prstDash val="solid"/>
                      <a:round/>
                      <a:headEnd type="none" w="med" len="med"/>
                      <a:tailEnd type="none" w="med" len="med"/>
                    </a:lnL>
                    <a:lnR w="7620" cap="flat" cmpd="sng" algn="ctr">
                      <a:noFill/>
                      <a:prstDash val="solid"/>
                      <a:round/>
                      <a:headEnd type="none" w="med" len="med"/>
                      <a:tailEnd type="none" w="med" len="med"/>
                    </a:lnR>
                    <a:lnT w="7620" cap="flat" cmpd="sng" algn="ctr">
                      <a:noFill/>
                      <a:prstDash val="solid"/>
                      <a:round/>
                      <a:headEnd type="none" w="med" len="med"/>
                      <a:tailEnd type="none" w="med" len="med"/>
                    </a:lnT>
                    <a:lnB w="762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9490767"/>
                  </a:ext>
                </a:extLst>
              </a:tr>
              <a:tr h="325778">
                <a:tc>
                  <a:txBody>
                    <a:bodyPr/>
                    <a:lstStyle/>
                    <a:p>
                      <a:endParaRPr lang="hu-HU" sz="1600" noProof="0" dirty="0"/>
                    </a:p>
                  </a:txBody>
                  <a:tcPr marL="77702" marR="77702" marT="38851" marB="38851">
                    <a:lnL w="12700" cmpd="sng">
                      <a:noFill/>
                      <a:prstDash val="solid"/>
                    </a:lnL>
                    <a:lnR w="12700" cmpd="sng">
                      <a:noFill/>
                      <a:prstDash val="solid"/>
                    </a:lnR>
                    <a:lnT w="7620" cap="flat" cmpd="sng" algn="ctr">
                      <a:noFill/>
                      <a:prstDash val="solid"/>
                      <a:round/>
                      <a:headEnd type="none" w="med" len="med"/>
                      <a:tailEnd type="none" w="med" len="med"/>
                    </a:lnT>
                    <a:lnB w="12700" cmpd="sng">
                      <a:noFill/>
                      <a:prstDash val="solid"/>
                    </a:lnB>
                    <a:lnTlToBr w="12700" cmpd="sng">
                      <a:noFill/>
                      <a:prstDash val="solid"/>
                    </a:lnTlToBr>
                    <a:lnBlToTr w="12700" cmpd="sng">
                      <a:noFill/>
                      <a:prstDash val="solid"/>
                    </a:lnBlToTr>
                    <a:noFill/>
                  </a:tcPr>
                </a:tc>
                <a:extLst>
                  <a:ext uri="{0D108BD9-81ED-4DB2-BD59-A6C34878D82A}">
                    <a16:rowId xmlns:a16="http://schemas.microsoft.com/office/drawing/2014/main" val="1897721284"/>
                  </a:ext>
                </a:extLst>
              </a:tr>
            </a:tbl>
          </a:graphicData>
        </a:graphic>
      </p:graphicFrame>
    </p:spTree>
    <p:extLst>
      <p:ext uri="{BB962C8B-B14F-4D97-AF65-F5344CB8AC3E}">
        <p14:creationId xmlns:p14="http://schemas.microsoft.com/office/powerpoint/2010/main" val="13041890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3BB0B88-5BA8-4BFD-8D9A-63A4EBF09A2F}"/>
              </a:ext>
            </a:extLst>
          </p:cNvPr>
          <p:cNvSpPr>
            <a:spLocks noGrp="1"/>
          </p:cNvSpPr>
          <p:nvPr>
            <p:ph type="title"/>
          </p:nvPr>
        </p:nvSpPr>
        <p:spPr/>
        <p:txBody>
          <a:bodyPr/>
          <a:lstStyle/>
          <a:p>
            <a:r>
              <a:t>Planned Final Configuration</a:t>
            </a:r>
          </a:p>
        </p:txBody>
      </p:sp>
      <p:sp>
        <p:nvSpPr>
          <p:cNvPr id="5" name="Rectangle 4">
            <a:extLst>
              <a:ext uri="{FF2B5EF4-FFF2-40B4-BE49-F238E27FC236}">
                <a16:creationId xmlns:a16="http://schemas.microsoft.com/office/drawing/2014/main" id="{72CB45E0-011D-402E-8A4A-4A728044632F}"/>
              </a:ext>
            </a:extLst>
          </p:cNvPr>
          <p:cNvSpPr/>
          <p:nvPr/>
        </p:nvSpPr>
        <p:spPr>
          <a:xfrm>
            <a:off x="6938360" y="2693293"/>
            <a:ext cx="1872000" cy="749115"/>
          </a:xfrm>
          <a:prstGeom prst="rect">
            <a:avLst/>
          </a:prstGeom>
          <a:solidFill>
            <a:schemeClr val="bg2"/>
          </a:solidFill>
          <a:ln w="19050">
            <a:solidFill>
              <a:srgbClr val="00B05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r>
              <a:rPr lang="en-GB" sz="2400">
                <a:solidFill>
                  <a:schemeClr val="bg1"/>
                </a:solidFill>
              </a:rPr>
              <a:t>AKF</a:t>
            </a:r>
          </a:p>
          <a:p>
            <a:pPr algn="ctr"/>
            <a:r>
              <a:rPr lang="en-GB" sz="1600">
                <a:solidFill>
                  <a:schemeClr val="bg1"/>
                </a:solidFill>
              </a:rPr>
              <a:t>existing</a:t>
            </a:r>
          </a:p>
        </p:txBody>
      </p:sp>
      <p:sp>
        <p:nvSpPr>
          <p:cNvPr id="6" name="Rectangle 5">
            <a:extLst>
              <a:ext uri="{FF2B5EF4-FFF2-40B4-BE49-F238E27FC236}">
                <a16:creationId xmlns:a16="http://schemas.microsoft.com/office/drawing/2014/main" id="{37EC260B-0217-40FA-916C-D351845B2BC8}"/>
              </a:ext>
            </a:extLst>
          </p:cNvPr>
          <p:cNvSpPr/>
          <p:nvPr/>
        </p:nvSpPr>
        <p:spPr>
          <a:xfrm>
            <a:off x="6619822" y="4634300"/>
            <a:ext cx="2509079" cy="1508214"/>
          </a:xfrm>
          <a:prstGeom prst="rect">
            <a:avLst/>
          </a:prstGeom>
          <a:solidFill>
            <a:srgbClr val="92D050"/>
          </a:solidFill>
          <a:ln w="19050">
            <a:solidFill>
              <a:srgbClr val="00B050"/>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r>
              <a:rPr lang="en-GB" sz="2400" b="1" dirty="0">
                <a:solidFill>
                  <a:srgbClr val="002060"/>
                </a:solidFill>
              </a:rPr>
              <a:t>ZIV</a:t>
            </a:r>
            <a:br>
              <a:rPr lang="en-GB" sz="2400" dirty="0">
                <a:solidFill>
                  <a:srgbClr val="002060"/>
                </a:solidFill>
              </a:rPr>
            </a:br>
            <a:r>
              <a:rPr lang="en-GB" sz="1600" dirty="0">
                <a:solidFill>
                  <a:srgbClr val="002060"/>
                </a:solidFill>
              </a:rPr>
              <a:t>(</a:t>
            </a:r>
            <a:r>
              <a:rPr lang="en-GB" sz="1600" dirty="0" err="1">
                <a:solidFill>
                  <a:srgbClr val="002060"/>
                </a:solidFill>
              </a:rPr>
              <a:t>Zalaszentivan</a:t>
            </a:r>
            <a:r>
              <a:rPr lang="en-GB" sz="1600" dirty="0">
                <a:solidFill>
                  <a:srgbClr val="002060"/>
                </a:solidFill>
              </a:rPr>
              <a:t>)</a:t>
            </a:r>
            <a:br>
              <a:rPr lang="en-GB" sz="1600" dirty="0">
                <a:solidFill>
                  <a:srgbClr val="002060"/>
                </a:solidFill>
              </a:rPr>
            </a:br>
            <a:r>
              <a:rPr lang="en-GB" sz="1600" b="1" dirty="0">
                <a:solidFill>
                  <a:srgbClr val="002060"/>
                </a:solidFill>
              </a:rPr>
              <a:t>EL 1.x -&gt; EL 2.x</a:t>
            </a:r>
            <a:br>
              <a:rPr lang="hu-HU" sz="1600" b="1" dirty="0">
                <a:solidFill>
                  <a:srgbClr val="002060"/>
                </a:solidFill>
              </a:rPr>
            </a:br>
            <a:r>
              <a:rPr lang="hu-HU" sz="1600" b="1" dirty="0">
                <a:solidFill>
                  <a:srgbClr val="002060"/>
                </a:solidFill>
              </a:rPr>
              <a:t>PV 2.9.1.A</a:t>
            </a:r>
            <a:br>
              <a:rPr lang="hu-HU" sz="1600" b="1" dirty="0">
                <a:solidFill>
                  <a:srgbClr val="002060"/>
                </a:solidFill>
              </a:rPr>
            </a:br>
            <a:r>
              <a:rPr lang="hu-HU" sz="1600" b="1" dirty="0">
                <a:solidFill>
                  <a:srgbClr val="002060"/>
                </a:solidFill>
              </a:rPr>
              <a:t>INT_22.07</a:t>
            </a:r>
            <a:endParaRPr lang="en-GB" sz="1600" b="1" dirty="0">
              <a:solidFill>
                <a:srgbClr val="002060"/>
              </a:solidFill>
            </a:endParaRPr>
          </a:p>
        </p:txBody>
      </p:sp>
      <p:sp>
        <p:nvSpPr>
          <p:cNvPr id="9" name="Rectangle 8">
            <a:extLst>
              <a:ext uri="{FF2B5EF4-FFF2-40B4-BE49-F238E27FC236}">
                <a16:creationId xmlns:a16="http://schemas.microsoft.com/office/drawing/2014/main" id="{CA4946D4-3AAB-4AE8-AC64-45F7AD845051}"/>
              </a:ext>
            </a:extLst>
          </p:cNvPr>
          <p:cNvSpPr/>
          <p:nvPr/>
        </p:nvSpPr>
        <p:spPr>
          <a:xfrm>
            <a:off x="3414836" y="5265527"/>
            <a:ext cx="2356120" cy="141149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r>
              <a:rPr lang="en-GB" sz="2400" dirty="0">
                <a:solidFill>
                  <a:schemeClr val="bg1"/>
                </a:solidFill>
              </a:rPr>
              <a:t>OLE</a:t>
            </a:r>
            <a:br>
              <a:rPr lang="en-GB" sz="2400" dirty="0">
                <a:solidFill>
                  <a:schemeClr val="bg1"/>
                </a:solidFill>
              </a:rPr>
            </a:br>
            <a:r>
              <a:rPr lang="en-GB" sz="1600" dirty="0">
                <a:solidFill>
                  <a:schemeClr val="bg1"/>
                </a:solidFill>
              </a:rPr>
              <a:t>(</a:t>
            </a:r>
            <a:r>
              <a:rPr lang="en-GB" sz="1600" dirty="0" err="1">
                <a:solidFill>
                  <a:schemeClr val="bg1"/>
                </a:solidFill>
              </a:rPr>
              <a:t>Zalaegerszeg-ola</a:t>
            </a:r>
            <a:r>
              <a:rPr lang="en-GB" sz="1600" dirty="0">
                <a:solidFill>
                  <a:schemeClr val="bg1"/>
                </a:solidFill>
              </a:rPr>
              <a:t>)</a:t>
            </a:r>
            <a:br>
              <a:rPr lang="en-GB" sz="2400" dirty="0">
                <a:solidFill>
                  <a:schemeClr val="bg1"/>
                </a:solidFill>
              </a:rPr>
            </a:br>
            <a:r>
              <a:rPr lang="en-GB" sz="1600" dirty="0">
                <a:solidFill>
                  <a:schemeClr val="bg1"/>
                </a:solidFill>
              </a:rPr>
              <a:t>existing EL1.x</a:t>
            </a:r>
            <a:br>
              <a:rPr lang="hu-HU" sz="1600" dirty="0">
                <a:solidFill>
                  <a:schemeClr val="bg1"/>
                </a:solidFill>
              </a:rPr>
            </a:br>
            <a:r>
              <a:rPr lang="hu-HU" sz="1600" dirty="0">
                <a:solidFill>
                  <a:schemeClr val="bg1"/>
                </a:solidFill>
              </a:rPr>
              <a:t>MAV_08.30</a:t>
            </a:r>
            <a:endParaRPr lang="en-GB" sz="1600" dirty="0">
              <a:solidFill>
                <a:schemeClr val="bg1"/>
              </a:solidFill>
            </a:endParaRPr>
          </a:p>
        </p:txBody>
      </p:sp>
      <p:sp>
        <p:nvSpPr>
          <p:cNvPr id="10" name="Rectangle 9">
            <a:extLst>
              <a:ext uri="{FF2B5EF4-FFF2-40B4-BE49-F238E27FC236}">
                <a16:creationId xmlns:a16="http://schemas.microsoft.com/office/drawing/2014/main" id="{C644A197-F2BD-4253-89E8-DB28A6B3FBC0}"/>
              </a:ext>
            </a:extLst>
          </p:cNvPr>
          <p:cNvSpPr/>
          <p:nvPr/>
        </p:nvSpPr>
        <p:spPr>
          <a:xfrm>
            <a:off x="823989" y="5265527"/>
            <a:ext cx="1908763" cy="141149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r>
              <a:rPr lang="en-GB" sz="2400" dirty="0">
                <a:solidFill>
                  <a:schemeClr val="bg1"/>
                </a:solidFill>
              </a:rPr>
              <a:t>AHI </a:t>
            </a:r>
            <a:br>
              <a:rPr lang="en-GB" sz="2400" dirty="0">
                <a:solidFill>
                  <a:schemeClr val="bg1"/>
                </a:solidFill>
              </a:rPr>
            </a:br>
            <a:r>
              <a:rPr lang="en-GB" sz="1600" dirty="0">
                <a:solidFill>
                  <a:schemeClr val="bg1"/>
                </a:solidFill>
              </a:rPr>
              <a:t>(</a:t>
            </a:r>
            <a:r>
              <a:rPr lang="en-GB" sz="1600" dirty="0" err="1">
                <a:solidFill>
                  <a:schemeClr val="bg1"/>
                </a:solidFill>
              </a:rPr>
              <a:t>Andráshida</a:t>
            </a:r>
            <a:r>
              <a:rPr lang="en-GB" sz="1600" dirty="0">
                <a:solidFill>
                  <a:schemeClr val="bg1"/>
                </a:solidFill>
              </a:rPr>
              <a:t>)</a:t>
            </a:r>
            <a:br>
              <a:rPr lang="en-GB" sz="2400" dirty="0">
                <a:solidFill>
                  <a:schemeClr val="bg1"/>
                </a:solidFill>
              </a:rPr>
            </a:br>
            <a:r>
              <a:rPr lang="en-GB" sz="1600" dirty="0">
                <a:solidFill>
                  <a:schemeClr val="bg1"/>
                </a:solidFill>
              </a:rPr>
              <a:t>existing EL1.x</a:t>
            </a:r>
            <a:br>
              <a:rPr lang="hu-HU" sz="1600" dirty="0">
                <a:solidFill>
                  <a:schemeClr val="bg1"/>
                </a:solidFill>
              </a:rPr>
            </a:br>
            <a:r>
              <a:rPr lang="hu-HU" sz="1600" dirty="0">
                <a:solidFill>
                  <a:schemeClr val="bg1"/>
                </a:solidFill>
              </a:rPr>
              <a:t>MAV_08.30</a:t>
            </a:r>
            <a:endParaRPr lang="en-GB" sz="1600" dirty="0">
              <a:solidFill>
                <a:schemeClr val="bg1"/>
              </a:solidFill>
            </a:endParaRPr>
          </a:p>
        </p:txBody>
      </p:sp>
      <p:sp>
        <p:nvSpPr>
          <p:cNvPr id="17" name="Rectangle 16">
            <a:extLst>
              <a:ext uri="{FF2B5EF4-FFF2-40B4-BE49-F238E27FC236}">
                <a16:creationId xmlns:a16="http://schemas.microsoft.com/office/drawing/2014/main" id="{B6ACBA97-89B7-4E38-9C24-C87BB2BEB9DD}"/>
              </a:ext>
            </a:extLst>
          </p:cNvPr>
          <p:cNvSpPr/>
          <p:nvPr/>
        </p:nvSpPr>
        <p:spPr>
          <a:xfrm>
            <a:off x="9944487" y="5265527"/>
            <a:ext cx="1878115" cy="1506748"/>
          </a:xfrm>
          <a:prstGeom prst="rect">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r>
              <a:rPr lang="en-GB" sz="2400" dirty="0">
                <a:solidFill>
                  <a:schemeClr val="bg1"/>
                </a:solidFill>
              </a:rPr>
              <a:t>POK</a:t>
            </a:r>
            <a:br>
              <a:rPr lang="en-GB" sz="2400" dirty="0">
                <a:solidFill>
                  <a:schemeClr val="bg1"/>
                </a:solidFill>
              </a:rPr>
            </a:br>
            <a:r>
              <a:rPr lang="en-GB" sz="1600" dirty="0">
                <a:solidFill>
                  <a:schemeClr val="bg1"/>
                </a:solidFill>
              </a:rPr>
              <a:t>(P</a:t>
            </a:r>
            <a:r>
              <a:rPr lang="hu-HU" sz="1600" dirty="0" err="1">
                <a:solidFill>
                  <a:schemeClr val="bg1"/>
                </a:solidFill>
              </a:rPr>
              <a:t>ókaszepetk</a:t>
            </a:r>
            <a:r>
              <a:rPr lang="en-GB" sz="1600" dirty="0">
                <a:solidFill>
                  <a:schemeClr val="bg1"/>
                </a:solidFill>
              </a:rPr>
              <a:t>)</a:t>
            </a:r>
            <a:br>
              <a:rPr lang="en-GB" sz="1600" dirty="0">
                <a:solidFill>
                  <a:schemeClr val="bg1"/>
                </a:solidFill>
              </a:rPr>
            </a:br>
            <a:r>
              <a:rPr lang="en-GB" sz="1600" dirty="0">
                <a:solidFill>
                  <a:schemeClr val="bg1"/>
                </a:solidFill>
              </a:rPr>
              <a:t>existing EL1.x</a:t>
            </a:r>
            <a:br>
              <a:rPr lang="hu-HU" sz="1600" dirty="0">
                <a:solidFill>
                  <a:schemeClr val="bg1"/>
                </a:solidFill>
              </a:rPr>
            </a:br>
            <a:r>
              <a:rPr lang="hu-HU" sz="1600" dirty="0">
                <a:solidFill>
                  <a:schemeClr val="bg1"/>
                </a:solidFill>
              </a:rPr>
              <a:t>MAV_08.30</a:t>
            </a:r>
            <a:endParaRPr lang="en-GB" sz="1600" dirty="0">
              <a:solidFill>
                <a:schemeClr val="bg1"/>
              </a:solidFill>
            </a:endParaRPr>
          </a:p>
        </p:txBody>
      </p:sp>
      <p:sp>
        <p:nvSpPr>
          <p:cNvPr id="18" name="Oval 17">
            <a:extLst>
              <a:ext uri="{FF2B5EF4-FFF2-40B4-BE49-F238E27FC236}">
                <a16:creationId xmlns:a16="http://schemas.microsoft.com/office/drawing/2014/main" id="{1BA47BCF-13CF-4E05-A709-133642CC6CE4}"/>
              </a:ext>
            </a:extLst>
          </p:cNvPr>
          <p:cNvSpPr/>
          <p:nvPr/>
        </p:nvSpPr>
        <p:spPr>
          <a:xfrm>
            <a:off x="1681604" y="1290110"/>
            <a:ext cx="2147437" cy="903356"/>
          </a:xfrm>
          <a:prstGeom prst="ellipse">
            <a:avLst/>
          </a:prstGeom>
          <a:solidFill>
            <a:schemeClr val="accent4">
              <a:lumMod val="60000"/>
              <a:lumOff val="40000"/>
            </a:schemeClr>
          </a:solidFill>
          <a:ln w="19050">
            <a:solidFill>
              <a:srgbClr val="00B05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r>
              <a:rPr lang="en-GB" sz="2400">
                <a:solidFill>
                  <a:schemeClr val="bg1"/>
                </a:solidFill>
              </a:rPr>
              <a:t>HIS</a:t>
            </a:r>
            <a:endParaRPr lang="en-GB" sz="1867">
              <a:solidFill>
                <a:schemeClr val="bg1"/>
              </a:solidFill>
            </a:endParaRPr>
          </a:p>
        </p:txBody>
      </p:sp>
      <p:cxnSp>
        <p:nvCxnSpPr>
          <p:cNvPr id="13" name="Connector: Elbow 12">
            <a:extLst>
              <a:ext uri="{FF2B5EF4-FFF2-40B4-BE49-F238E27FC236}">
                <a16:creationId xmlns:a16="http://schemas.microsoft.com/office/drawing/2014/main" id="{7CC44051-3433-4C54-A11E-FAF6AB1E418B}"/>
              </a:ext>
            </a:extLst>
          </p:cNvPr>
          <p:cNvCxnSpPr>
            <a:cxnSpLocks/>
            <a:stCxn id="10" idx="0"/>
            <a:endCxn id="6" idx="1"/>
          </p:cNvCxnSpPr>
          <p:nvPr/>
        </p:nvCxnSpPr>
        <p:spPr>
          <a:xfrm rot="16200000" flipH="1">
            <a:off x="4137656" y="2906242"/>
            <a:ext cx="122880" cy="4841451"/>
          </a:xfrm>
          <a:prstGeom prst="bentConnector4">
            <a:avLst>
              <a:gd name="adj1" fmla="val -186035"/>
              <a:gd name="adj2" fmla="val 59856"/>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21" name="Connector: Elbow 20">
            <a:extLst>
              <a:ext uri="{FF2B5EF4-FFF2-40B4-BE49-F238E27FC236}">
                <a16:creationId xmlns:a16="http://schemas.microsoft.com/office/drawing/2014/main" id="{F7EC8E37-CBDC-482F-921B-54ED685B8631}"/>
              </a:ext>
            </a:extLst>
          </p:cNvPr>
          <p:cNvCxnSpPr>
            <a:cxnSpLocks/>
            <a:stCxn id="9" idx="0"/>
            <a:endCxn id="6" idx="1"/>
          </p:cNvCxnSpPr>
          <p:nvPr/>
        </p:nvCxnSpPr>
        <p:spPr>
          <a:xfrm rot="16200000" flipH="1">
            <a:off x="5544919" y="4313504"/>
            <a:ext cx="122880" cy="2026926"/>
          </a:xfrm>
          <a:prstGeom prst="bentConnector4">
            <a:avLst>
              <a:gd name="adj1" fmla="val -186035"/>
              <a:gd name="adj2" fmla="val 79060"/>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25" name="Rectangle 24">
            <a:extLst>
              <a:ext uri="{FF2B5EF4-FFF2-40B4-BE49-F238E27FC236}">
                <a16:creationId xmlns:a16="http://schemas.microsoft.com/office/drawing/2014/main" id="{5FBEDE5B-408E-4AAD-BA4A-A88B2A711D6F}"/>
              </a:ext>
            </a:extLst>
          </p:cNvPr>
          <p:cNvSpPr/>
          <p:nvPr/>
        </p:nvSpPr>
        <p:spPr>
          <a:xfrm>
            <a:off x="1152525" y="3271047"/>
            <a:ext cx="2538798" cy="749115"/>
          </a:xfrm>
          <a:prstGeom prst="rect">
            <a:avLst/>
          </a:prstGeom>
          <a:solidFill>
            <a:schemeClr val="accent4">
              <a:lumMod val="60000"/>
              <a:lumOff val="40000"/>
            </a:schemeClr>
          </a:solidFill>
          <a:ln w="19050">
            <a:solidFill>
              <a:srgbClr val="00B05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r>
              <a:rPr lang="en-GB" sz="2400" dirty="0">
                <a:solidFill>
                  <a:schemeClr val="bg1"/>
                </a:solidFill>
              </a:rPr>
              <a:t>DAKO</a:t>
            </a:r>
          </a:p>
          <a:p>
            <a:pPr algn="ctr"/>
            <a:r>
              <a:rPr lang="hu-HU" sz="1600" dirty="0">
                <a:solidFill>
                  <a:schemeClr val="bg1"/>
                </a:solidFill>
              </a:rPr>
              <a:t>Existing  PV 1.2.2</a:t>
            </a:r>
            <a:endParaRPr lang="en-GB" sz="1600" dirty="0">
              <a:solidFill>
                <a:schemeClr val="bg1"/>
              </a:solidFill>
            </a:endParaRPr>
          </a:p>
        </p:txBody>
      </p:sp>
      <p:sp>
        <p:nvSpPr>
          <p:cNvPr id="26" name="Rectangle 25">
            <a:extLst>
              <a:ext uri="{FF2B5EF4-FFF2-40B4-BE49-F238E27FC236}">
                <a16:creationId xmlns:a16="http://schemas.microsoft.com/office/drawing/2014/main" id="{DD8A88D8-5065-4AFF-AFAC-B89C257B35F4}"/>
              </a:ext>
            </a:extLst>
          </p:cNvPr>
          <p:cNvSpPr/>
          <p:nvPr/>
        </p:nvSpPr>
        <p:spPr>
          <a:xfrm>
            <a:off x="1152525" y="2345780"/>
            <a:ext cx="2538798" cy="749115"/>
          </a:xfrm>
          <a:prstGeom prst="rect">
            <a:avLst/>
          </a:prstGeom>
          <a:solidFill>
            <a:schemeClr val="accent4">
              <a:lumMod val="60000"/>
              <a:lumOff val="40000"/>
            </a:schemeClr>
          </a:solidFill>
          <a:ln w="19050">
            <a:solidFill>
              <a:srgbClr val="00B05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r>
              <a:rPr lang="en-GB" sz="2400" dirty="0">
                <a:solidFill>
                  <a:schemeClr val="bg1"/>
                </a:solidFill>
              </a:rPr>
              <a:t>RBC </a:t>
            </a:r>
            <a:r>
              <a:rPr lang="hu-HU" sz="2400" dirty="0">
                <a:solidFill>
                  <a:schemeClr val="bg1"/>
                </a:solidFill>
              </a:rPr>
              <a:t>HW 3.1</a:t>
            </a:r>
            <a:endParaRPr lang="en-GB" sz="2400" dirty="0">
              <a:solidFill>
                <a:schemeClr val="bg1"/>
              </a:solidFill>
            </a:endParaRPr>
          </a:p>
          <a:p>
            <a:pPr algn="ctr"/>
            <a:r>
              <a:rPr lang="hu-HU" sz="1600" dirty="0">
                <a:solidFill>
                  <a:schemeClr val="bg1"/>
                </a:solidFill>
              </a:rPr>
              <a:t>Existing HU 1.2.1.A</a:t>
            </a:r>
            <a:endParaRPr lang="en-GB" sz="1600" dirty="0">
              <a:solidFill>
                <a:schemeClr val="bg1"/>
              </a:solidFill>
            </a:endParaRPr>
          </a:p>
        </p:txBody>
      </p:sp>
      <p:sp>
        <p:nvSpPr>
          <p:cNvPr id="27" name="Oval 26">
            <a:extLst>
              <a:ext uri="{FF2B5EF4-FFF2-40B4-BE49-F238E27FC236}">
                <a16:creationId xmlns:a16="http://schemas.microsoft.com/office/drawing/2014/main" id="{1B7C52DC-8DC8-4106-887D-3C9C26C27A73}"/>
              </a:ext>
            </a:extLst>
          </p:cNvPr>
          <p:cNvSpPr/>
          <p:nvPr/>
        </p:nvSpPr>
        <p:spPr>
          <a:xfrm>
            <a:off x="6800642" y="1439463"/>
            <a:ext cx="2147439" cy="903357"/>
          </a:xfrm>
          <a:prstGeom prst="ellipse">
            <a:avLst/>
          </a:prstGeom>
          <a:solidFill>
            <a:schemeClr val="bg2"/>
          </a:solidFill>
          <a:ln w="19050">
            <a:solidFill>
              <a:srgbClr val="00B050"/>
            </a:solidFill>
            <a:prstDash val="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r>
              <a:rPr lang="en-GB" sz="1867">
                <a:solidFill>
                  <a:schemeClr val="bg1"/>
                </a:solidFill>
              </a:rPr>
              <a:t>Super AKF </a:t>
            </a:r>
            <a:br>
              <a:rPr lang="en-GB" sz="1600">
                <a:solidFill>
                  <a:schemeClr val="bg1"/>
                </a:solidFill>
              </a:rPr>
            </a:br>
            <a:r>
              <a:rPr lang="en-GB" sz="1333">
                <a:solidFill>
                  <a:schemeClr val="bg1"/>
                </a:solidFill>
              </a:rPr>
              <a:t>(existing)</a:t>
            </a:r>
            <a:endParaRPr lang="en-GB" sz="1600">
              <a:solidFill>
                <a:schemeClr val="bg1"/>
              </a:solidFill>
            </a:endParaRPr>
          </a:p>
        </p:txBody>
      </p:sp>
      <p:cxnSp>
        <p:nvCxnSpPr>
          <p:cNvPr id="33" name="Connector: Elbow 32">
            <a:extLst>
              <a:ext uri="{FF2B5EF4-FFF2-40B4-BE49-F238E27FC236}">
                <a16:creationId xmlns:a16="http://schemas.microsoft.com/office/drawing/2014/main" id="{D3DA8BEE-4C6A-48DA-86AC-E5518EA24ED5}"/>
              </a:ext>
            </a:extLst>
          </p:cNvPr>
          <p:cNvCxnSpPr>
            <a:cxnSpLocks/>
            <a:stCxn id="17" idx="0"/>
            <a:endCxn id="6" idx="3"/>
          </p:cNvCxnSpPr>
          <p:nvPr/>
        </p:nvCxnSpPr>
        <p:spPr>
          <a:xfrm rot="16200000" flipH="1" flipV="1">
            <a:off x="9944783" y="4449645"/>
            <a:ext cx="122880" cy="1754644"/>
          </a:xfrm>
          <a:prstGeom prst="bentConnector4">
            <a:avLst>
              <a:gd name="adj1" fmla="val -186035"/>
              <a:gd name="adj2" fmla="val 76759"/>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82601A59-248A-4693-8B3B-C65F3B22AAA6}"/>
              </a:ext>
            </a:extLst>
          </p:cNvPr>
          <p:cNvSpPr txBox="1"/>
          <p:nvPr/>
        </p:nvSpPr>
        <p:spPr>
          <a:xfrm>
            <a:off x="9866230" y="4822685"/>
            <a:ext cx="988193" cy="256545"/>
          </a:xfrm>
          <a:prstGeom prst="rect">
            <a:avLst/>
          </a:prstGeom>
          <a:noFill/>
        </p:spPr>
        <p:txBody>
          <a:bodyPr wrap="square" rtlCol="0">
            <a:spAutoFit/>
          </a:bodyPr>
          <a:lstStyle/>
          <a:p>
            <a:pPr algn="ctr"/>
            <a:r>
              <a:rPr lang="en-GB" sz="1067" b="1">
                <a:solidFill>
                  <a:schemeClr val="bg2">
                    <a:lumMod val="50000"/>
                  </a:schemeClr>
                </a:solidFill>
              </a:rPr>
              <a:t>X25 block</a:t>
            </a:r>
            <a:endParaRPr lang="en-GB" sz="1333" b="1">
              <a:solidFill>
                <a:schemeClr val="bg2">
                  <a:lumMod val="50000"/>
                </a:schemeClr>
              </a:solidFill>
            </a:endParaRPr>
          </a:p>
        </p:txBody>
      </p:sp>
      <p:sp>
        <p:nvSpPr>
          <p:cNvPr id="38" name="TextBox 37">
            <a:extLst>
              <a:ext uri="{FF2B5EF4-FFF2-40B4-BE49-F238E27FC236}">
                <a16:creationId xmlns:a16="http://schemas.microsoft.com/office/drawing/2014/main" id="{C9DF3358-69D2-4E53-A368-F13C75A65AEA}"/>
              </a:ext>
            </a:extLst>
          </p:cNvPr>
          <p:cNvSpPr txBox="1"/>
          <p:nvPr/>
        </p:nvSpPr>
        <p:spPr>
          <a:xfrm>
            <a:off x="4314277" y="4834639"/>
            <a:ext cx="1664143" cy="256545"/>
          </a:xfrm>
          <a:prstGeom prst="rect">
            <a:avLst/>
          </a:prstGeom>
          <a:noFill/>
        </p:spPr>
        <p:txBody>
          <a:bodyPr wrap="square" rtlCol="0">
            <a:spAutoFit/>
          </a:bodyPr>
          <a:lstStyle/>
          <a:p>
            <a:pPr algn="ctr"/>
            <a:r>
              <a:rPr lang="en-GB" sz="1067" b="1">
                <a:solidFill>
                  <a:schemeClr val="bg2">
                    <a:lumMod val="50000"/>
                  </a:schemeClr>
                </a:solidFill>
              </a:rPr>
              <a:t>X25 – block + routing</a:t>
            </a:r>
            <a:endParaRPr lang="en-GB" sz="1333" b="1">
              <a:solidFill>
                <a:schemeClr val="bg2">
                  <a:lumMod val="50000"/>
                </a:schemeClr>
              </a:solidFill>
            </a:endParaRPr>
          </a:p>
        </p:txBody>
      </p:sp>
      <p:sp>
        <p:nvSpPr>
          <p:cNvPr id="39" name="TextBox 38">
            <a:extLst>
              <a:ext uri="{FF2B5EF4-FFF2-40B4-BE49-F238E27FC236}">
                <a16:creationId xmlns:a16="http://schemas.microsoft.com/office/drawing/2014/main" id="{7DCBF54E-622A-4883-A114-066CFA125340}"/>
              </a:ext>
            </a:extLst>
          </p:cNvPr>
          <p:cNvSpPr txBox="1"/>
          <p:nvPr/>
        </p:nvSpPr>
        <p:spPr>
          <a:xfrm>
            <a:off x="2305859" y="4834639"/>
            <a:ext cx="1431236" cy="256545"/>
          </a:xfrm>
          <a:prstGeom prst="rect">
            <a:avLst/>
          </a:prstGeom>
          <a:noFill/>
        </p:spPr>
        <p:txBody>
          <a:bodyPr wrap="square" rtlCol="0">
            <a:spAutoFit/>
          </a:bodyPr>
          <a:lstStyle/>
          <a:p>
            <a:pPr algn="ctr"/>
            <a:r>
              <a:rPr lang="en-GB" sz="1067" b="1">
                <a:solidFill>
                  <a:schemeClr val="bg2">
                    <a:lumMod val="50000"/>
                  </a:schemeClr>
                </a:solidFill>
              </a:rPr>
              <a:t>X25 - routing</a:t>
            </a:r>
            <a:endParaRPr lang="en-GB" sz="1333" b="1">
              <a:solidFill>
                <a:schemeClr val="bg2">
                  <a:lumMod val="50000"/>
                </a:schemeClr>
              </a:solidFill>
            </a:endParaRPr>
          </a:p>
        </p:txBody>
      </p:sp>
      <p:cxnSp>
        <p:nvCxnSpPr>
          <p:cNvPr id="40" name="Connector: Elbow 39">
            <a:extLst>
              <a:ext uri="{FF2B5EF4-FFF2-40B4-BE49-F238E27FC236}">
                <a16:creationId xmlns:a16="http://schemas.microsoft.com/office/drawing/2014/main" id="{4BB4FC65-E2D4-44B6-B2BB-7D1607D3B677}"/>
              </a:ext>
            </a:extLst>
          </p:cNvPr>
          <p:cNvCxnSpPr>
            <a:cxnSpLocks/>
            <a:stCxn id="5" idx="2"/>
            <a:endCxn id="6" idx="0"/>
          </p:cNvCxnSpPr>
          <p:nvPr/>
        </p:nvCxnSpPr>
        <p:spPr>
          <a:xfrm rot="16200000" flipH="1">
            <a:off x="7278415" y="4038353"/>
            <a:ext cx="1191892" cy="2"/>
          </a:xfrm>
          <a:prstGeom prst="bentConnector3">
            <a:avLst>
              <a:gd name="adj1" fmla="val 50000"/>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6" name="Connector: Elbow 45">
            <a:extLst>
              <a:ext uri="{FF2B5EF4-FFF2-40B4-BE49-F238E27FC236}">
                <a16:creationId xmlns:a16="http://schemas.microsoft.com/office/drawing/2014/main" id="{D1EE1CC5-304D-4744-B866-9B8857202BE7}"/>
              </a:ext>
            </a:extLst>
          </p:cNvPr>
          <p:cNvCxnSpPr>
            <a:cxnSpLocks/>
            <a:stCxn id="27" idx="4"/>
            <a:endCxn id="5" idx="0"/>
          </p:cNvCxnSpPr>
          <p:nvPr/>
        </p:nvCxnSpPr>
        <p:spPr>
          <a:xfrm rot="5400000">
            <a:off x="7699126" y="2518057"/>
            <a:ext cx="350473" cy="1"/>
          </a:xfrm>
          <a:prstGeom prst="bentConnector3">
            <a:avLst>
              <a:gd name="adj1" fmla="val 50000"/>
            </a:avLst>
          </a:prstGeom>
          <a:ln w="19050" cmpd="sng">
            <a:solidFill>
              <a:schemeClr val="bg2"/>
            </a:solidFill>
          </a:ln>
          <a:effectLst/>
        </p:spPr>
        <p:style>
          <a:lnRef idx="2">
            <a:schemeClr val="accent1"/>
          </a:lnRef>
          <a:fillRef idx="0">
            <a:schemeClr val="accent1"/>
          </a:fillRef>
          <a:effectRef idx="1">
            <a:schemeClr val="accent1"/>
          </a:effectRef>
          <a:fontRef idx="minor">
            <a:schemeClr val="tx1"/>
          </a:fontRef>
        </p:style>
      </p:cxnSp>
      <p:cxnSp>
        <p:nvCxnSpPr>
          <p:cNvPr id="49" name="Connector: Elbow 48">
            <a:extLst>
              <a:ext uri="{FF2B5EF4-FFF2-40B4-BE49-F238E27FC236}">
                <a16:creationId xmlns:a16="http://schemas.microsoft.com/office/drawing/2014/main" id="{A991507A-6178-4A1B-B395-26882D6BBD73}"/>
              </a:ext>
            </a:extLst>
          </p:cNvPr>
          <p:cNvCxnSpPr>
            <a:cxnSpLocks/>
          </p:cNvCxnSpPr>
          <p:nvPr/>
        </p:nvCxnSpPr>
        <p:spPr>
          <a:xfrm rot="5400000" flipH="1" flipV="1">
            <a:off x="1183091" y="4277279"/>
            <a:ext cx="1245365" cy="731131"/>
          </a:xfrm>
          <a:prstGeom prst="bentConnector3">
            <a:avLst>
              <a:gd name="adj1" fmla="val 50000"/>
            </a:avLst>
          </a:prstGeom>
          <a:ln w="19050" cmpd="sng">
            <a:solidFill>
              <a:schemeClr val="accent4">
                <a:lumMod val="60000"/>
                <a:lumOff val="4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2" name="Connector: Elbow 51">
            <a:extLst>
              <a:ext uri="{FF2B5EF4-FFF2-40B4-BE49-F238E27FC236}">
                <a16:creationId xmlns:a16="http://schemas.microsoft.com/office/drawing/2014/main" id="{FBCE90F2-D817-4DFC-8060-AF942268278D}"/>
              </a:ext>
            </a:extLst>
          </p:cNvPr>
          <p:cNvCxnSpPr>
            <a:cxnSpLocks/>
          </p:cNvCxnSpPr>
          <p:nvPr/>
        </p:nvCxnSpPr>
        <p:spPr>
          <a:xfrm rot="16200000" flipV="1">
            <a:off x="2786064" y="3688463"/>
            <a:ext cx="1245365" cy="1908763"/>
          </a:xfrm>
          <a:prstGeom prst="bentConnector3">
            <a:avLst>
              <a:gd name="adj1" fmla="val 56385"/>
            </a:avLst>
          </a:prstGeom>
          <a:ln w="19050" cmpd="sng">
            <a:solidFill>
              <a:schemeClr val="accent4">
                <a:lumMod val="60000"/>
                <a:lumOff val="4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55" name="Connector: Elbow 54">
            <a:extLst>
              <a:ext uri="{FF2B5EF4-FFF2-40B4-BE49-F238E27FC236}">
                <a16:creationId xmlns:a16="http://schemas.microsoft.com/office/drawing/2014/main" id="{F1A8A897-4157-4E33-BA6B-7DB5B4BA368A}"/>
              </a:ext>
            </a:extLst>
          </p:cNvPr>
          <p:cNvCxnSpPr>
            <a:cxnSpLocks/>
          </p:cNvCxnSpPr>
          <p:nvPr/>
        </p:nvCxnSpPr>
        <p:spPr>
          <a:xfrm rot="16200000" flipV="1">
            <a:off x="4855408" y="2071229"/>
            <a:ext cx="614139" cy="4512000"/>
          </a:xfrm>
          <a:prstGeom prst="bentConnector3">
            <a:avLst>
              <a:gd name="adj1" fmla="val 50000"/>
            </a:avLst>
          </a:prstGeom>
          <a:ln w="19050" cmpd="sng">
            <a:solidFill>
              <a:schemeClr val="accent4">
                <a:lumMod val="60000"/>
                <a:lumOff val="40000"/>
              </a:schemeClr>
            </a:solidFill>
            <a:prstDash val="dash"/>
          </a:ln>
          <a:effectLst/>
        </p:spPr>
        <p:style>
          <a:lnRef idx="2">
            <a:schemeClr val="accent1"/>
          </a:lnRef>
          <a:fillRef idx="0">
            <a:schemeClr val="accent1"/>
          </a:fillRef>
          <a:effectRef idx="1">
            <a:schemeClr val="accent1"/>
          </a:effectRef>
          <a:fontRef idx="minor">
            <a:schemeClr val="tx1"/>
          </a:fontRef>
        </p:style>
      </p:cxnSp>
      <p:cxnSp>
        <p:nvCxnSpPr>
          <p:cNvPr id="66" name="Connector: Elbow 65">
            <a:extLst>
              <a:ext uri="{FF2B5EF4-FFF2-40B4-BE49-F238E27FC236}">
                <a16:creationId xmlns:a16="http://schemas.microsoft.com/office/drawing/2014/main" id="{D103496D-6C69-4F01-AE2E-CE2B5648A183}"/>
              </a:ext>
            </a:extLst>
          </p:cNvPr>
          <p:cNvCxnSpPr>
            <a:cxnSpLocks/>
          </p:cNvCxnSpPr>
          <p:nvPr/>
        </p:nvCxnSpPr>
        <p:spPr>
          <a:xfrm rot="16200000" flipV="1">
            <a:off x="6577618" y="694416"/>
            <a:ext cx="1245365" cy="7896856"/>
          </a:xfrm>
          <a:prstGeom prst="bentConnector3">
            <a:avLst>
              <a:gd name="adj1" fmla="val 87599"/>
            </a:avLst>
          </a:prstGeom>
          <a:ln w="19050" cmpd="sng">
            <a:solidFill>
              <a:schemeClr val="accent4">
                <a:lumMod val="60000"/>
                <a:lumOff val="40000"/>
              </a:schemeClr>
            </a:solidFill>
            <a:prstDash val="dash"/>
          </a:ln>
          <a:effectLst/>
        </p:spPr>
        <p:style>
          <a:lnRef idx="2">
            <a:schemeClr val="accent1"/>
          </a:lnRef>
          <a:fillRef idx="0">
            <a:schemeClr val="accent1"/>
          </a:fillRef>
          <a:effectRef idx="1">
            <a:schemeClr val="accent1"/>
          </a:effectRef>
          <a:fontRef idx="minor">
            <a:schemeClr val="tx1"/>
          </a:fontRef>
        </p:style>
      </p:cxnSp>
      <p:sp>
        <p:nvSpPr>
          <p:cNvPr id="30" name="TextBox 29">
            <a:extLst>
              <a:ext uri="{FF2B5EF4-FFF2-40B4-BE49-F238E27FC236}">
                <a16:creationId xmlns:a16="http://schemas.microsoft.com/office/drawing/2014/main" id="{CB92EACF-26EC-40B8-B15E-B1052D2F0927}"/>
              </a:ext>
            </a:extLst>
          </p:cNvPr>
          <p:cNvSpPr txBox="1"/>
          <p:nvPr/>
        </p:nvSpPr>
        <p:spPr>
          <a:xfrm>
            <a:off x="7117972" y="1121697"/>
            <a:ext cx="1533790" cy="307777"/>
          </a:xfrm>
          <a:prstGeom prst="rect">
            <a:avLst/>
          </a:prstGeom>
          <a:noFill/>
        </p:spPr>
        <p:txBody>
          <a:bodyPr wrap="square" rtlCol="0">
            <a:spAutoFit/>
          </a:bodyPr>
          <a:lstStyle/>
          <a:p>
            <a:r>
              <a:rPr sz="1400" dirty="0"/>
              <a:t>Remote Control</a:t>
            </a:r>
          </a:p>
        </p:txBody>
      </p:sp>
      <p:cxnSp>
        <p:nvCxnSpPr>
          <p:cNvPr id="8" name="Straight Arrow Connector 7">
            <a:extLst>
              <a:ext uri="{FF2B5EF4-FFF2-40B4-BE49-F238E27FC236}">
                <a16:creationId xmlns:a16="http://schemas.microsoft.com/office/drawing/2014/main" id="{7D347957-E154-4118-B469-7AFA6961D2F5}"/>
              </a:ext>
            </a:extLst>
          </p:cNvPr>
          <p:cNvCxnSpPr>
            <a:cxnSpLocks/>
          </p:cNvCxnSpPr>
          <p:nvPr/>
        </p:nvCxnSpPr>
        <p:spPr>
          <a:xfrm flipH="1">
            <a:off x="9128901" y="3787156"/>
            <a:ext cx="737328" cy="678017"/>
          </a:xfrm>
          <a:prstGeom prst="straightConnector1">
            <a:avLst/>
          </a:prstGeom>
          <a:solidFill>
            <a:schemeClr val="accent6">
              <a:lumMod val="20000"/>
              <a:lumOff val="80000"/>
            </a:schemeClr>
          </a:solidFill>
          <a:ln w="19050">
            <a:solidFill>
              <a:srgbClr val="00B050"/>
            </a:solidFill>
            <a:tailEnd type="arrow"/>
          </a:ln>
        </p:spPr>
      </p:cxnSp>
      <p:sp>
        <p:nvSpPr>
          <p:cNvPr id="36" name="Rectangle: Rounded Corners 35">
            <a:extLst>
              <a:ext uri="{FF2B5EF4-FFF2-40B4-BE49-F238E27FC236}">
                <a16:creationId xmlns:a16="http://schemas.microsoft.com/office/drawing/2014/main" id="{92848627-F1A7-4D68-8AA2-10639ED2EF58}"/>
              </a:ext>
            </a:extLst>
          </p:cNvPr>
          <p:cNvSpPr/>
          <p:nvPr/>
        </p:nvSpPr>
        <p:spPr>
          <a:xfrm>
            <a:off x="5873801" y="4543003"/>
            <a:ext cx="3920600" cy="1834213"/>
          </a:xfrm>
          <a:prstGeom prst="roundRect">
            <a:avLst/>
          </a:prstGeom>
          <a:noFill/>
          <a:ln w="15875">
            <a:solidFill>
              <a:srgbClr val="00B050"/>
            </a:solidFill>
            <a:prstDash val="sysDash"/>
          </a:ln>
          <a:effectLst/>
        </p:spPr>
        <p:style>
          <a:lnRef idx="1">
            <a:schemeClr val="accent1"/>
          </a:lnRef>
          <a:fillRef idx="3">
            <a:schemeClr val="accent1"/>
          </a:fillRef>
          <a:effectRef idx="2">
            <a:schemeClr val="accent1"/>
          </a:effectRef>
          <a:fontRef idx="minor">
            <a:schemeClr val="lt1"/>
          </a:fontRef>
        </p:style>
        <p:txBody>
          <a:bodyPr rot="0" spcFirstLastPara="0" vertOverflow="overflow" horzOverflow="overflow" vert="horz" wrap="square" lIns="121920" tIns="60960" rIns="121920" bIns="60960" numCol="1" spcCol="0" rtlCol="0" fromWordArt="0" anchor="ctr" anchorCtr="0" forceAA="0" compatLnSpc="1">
            <a:prstTxWarp prst="textNoShape">
              <a:avLst/>
            </a:prstTxWarp>
            <a:noAutofit/>
          </a:bodyPr>
          <a:lstStyle/>
          <a:p>
            <a:pPr algn="ctr"/>
            <a:endParaRPr lang="en-GB" sz="2400"/>
          </a:p>
        </p:txBody>
      </p:sp>
      <p:sp>
        <p:nvSpPr>
          <p:cNvPr id="41" name="TextBox 40">
            <a:extLst>
              <a:ext uri="{FF2B5EF4-FFF2-40B4-BE49-F238E27FC236}">
                <a16:creationId xmlns:a16="http://schemas.microsoft.com/office/drawing/2014/main" id="{03F227A6-3B12-4860-B0E5-B5B30CB8E7ED}"/>
              </a:ext>
            </a:extLst>
          </p:cNvPr>
          <p:cNvSpPr txBox="1"/>
          <p:nvPr/>
        </p:nvSpPr>
        <p:spPr>
          <a:xfrm>
            <a:off x="6016597" y="6121366"/>
            <a:ext cx="1757197" cy="276999"/>
          </a:xfrm>
          <a:prstGeom prst="rect">
            <a:avLst/>
          </a:prstGeom>
          <a:noFill/>
        </p:spPr>
        <p:txBody>
          <a:bodyPr wrap="square" rtlCol="0">
            <a:spAutoFit/>
          </a:bodyPr>
          <a:lstStyle/>
          <a:p>
            <a:r>
              <a:rPr lang="en-GB" sz="1200" b="1" dirty="0">
                <a:solidFill>
                  <a:srgbClr val="00B050"/>
                </a:solidFill>
              </a:rPr>
              <a:t>ZIV delta project</a:t>
            </a:r>
          </a:p>
        </p:txBody>
      </p:sp>
      <p:sp>
        <p:nvSpPr>
          <p:cNvPr id="20" name="Arrow: Right 19">
            <a:extLst>
              <a:ext uri="{FF2B5EF4-FFF2-40B4-BE49-F238E27FC236}">
                <a16:creationId xmlns:a16="http://schemas.microsoft.com/office/drawing/2014/main" id="{4B6F1688-6706-4E3B-AD1C-C67CE9C1506A}"/>
              </a:ext>
            </a:extLst>
          </p:cNvPr>
          <p:cNvSpPr/>
          <p:nvPr/>
        </p:nvSpPr>
        <p:spPr>
          <a:xfrm rot="1045468">
            <a:off x="6606196" y="2796299"/>
            <a:ext cx="489460" cy="224048"/>
          </a:xfrm>
          <a:prstGeom prst="rightArrow">
            <a:avLst/>
          </a:prstGeom>
          <a:solidFill>
            <a:schemeClr val="bg1">
              <a:lumMod val="95000"/>
            </a:schemeClr>
          </a:solidFill>
          <a:ln w="15875">
            <a:solidFill>
              <a:srgbClr val="00B050"/>
            </a:solidFill>
            <a:prstDash val="sysDash"/>
          </a:ln>
        </p:spPr>
        <p:txBody>
          <a:bodyPr wrap="square" rtlCol="0">
            <a:spAutoFit/>
          </a:bodyPr>
          <a:lstStyle/>
          <a:p>
            <a:endParaRPr lang="en-GB" sz="133" b="1"/>
          </a:p>
        </p:txBody>
      </p:sp>
      <p:sp>
        <p:nvSpPr>
          <p:cNvPr id="51" name="Arrow: Right 50">
            <a:extLst>
              <a:ext uri="{FF2B5EF4-FFF2-40B4-BE49-F238E27FC236}">
                <a16:creationId xmlns:a16="http://schemas.microsoft.com/office/drawing/2014/main" id="{FF5B4D3B-00B2-4199-8ACD-CB9EE6DC71B1}"/>
              </a:ext>
            </a:extLst>
          </p:cNvPr>
          <p:cNvSpPr/>
          <p:nvPr/>
        </p:nvSpPr>
        <p:spPr>
          <a:xfrm rot="20421967">
            <a:off x="6693630" y="2117622"/>
            <a:ext cx="489460" cy="224048"/>
          </a:xfrm>
          <a:prstGeom prst="rightArrow">
            <a:avLst/>
          </a:prstGeom>
          <a:solidFill>
            <a:schemeClr val="bg1">
              <a:lumMod val="95000"/>
            </a:schemeClr>
          </a:solidFill>
          <a:ln w="15875">
            <a:solidFill>
              <a:srgbClr val="00B050"/>
            </a:solidFill>
            <a:prstDash val="sysDash"/>
          </a:ln>
        </p:spPr>
        <p:txBody>
          <a:bodyPr wrap="square" rtlCol="0">
            <a:spAutoFit/>
          </a:bodyPr>
          <a:lstStyle/>
          <a:p>
            <a:endParaRPr lang="en-GB" sz="133" b="1"/>
          </a:p>
        </p:txBody>
      </p:sp>
      <p:sp>
        <p:nvSpPr>
          <p:cNvPr id="53" name="Arrow: Right 52">
            <a:extLst>
              <a:ext uri="{FF2B5EF4-FFF2-40B4-BE49-F238E27FC236}">
                <a16:creationId xmlns:a16="http://schemas.microsoft.com/office/drawing/2014/main" id="{839B98C0-3E21-4AC4-B8E7-8FC9E45092DD}"/>
              </a:ext>
            </a:extLst>
          </p:cNvPr>
          <p:cNvSpPr/>
          <p:nvPr/>
        </p:nvSpPr>
        <p:spPr>
          <a:xfrm rot="11782091">
            <a:off x="3954367" y="2027914"/>
            <a:ext cx="489460" cy="224048"/>
          </a:xfrm>
          <a:prstGeom prst="rightArrow">
            <a:avLst/>
          </a:prstGeom>
          <a:solidFill>
            <a:schemeClr val="bg1">
              <a:lumMod val="95000"/>
            </a:schemeClr>
          </a:solidFill>
          <a:ln w="15875">
            <a:solidFill>
              <a:srgbClr val="00B050"/>
            </a:solidFill>
            <a:prstDash val="sysDash"/>
          </a:ln>
        </p:spPr>
        <p:txBody>
          <a:bodyPr wrap="square" rtlCol="0">
            <a:spAutoFit/>
          </a:bodyPr>
          <a:lstStyle/>
          <a:p>
            <a:endParaRPr lang="en-GB" sz="133" b="1"/>
          </a:p>
        </p:txBody>
      </p:sp>
      <p:sp>
        <p:nvSpPr>
          <p:cNvPr id="54" name="Arrow: Right 53">
            <a:extLst>
              <a:ext uri="{FF2B5EF4-FFF2-40B4-BE49-F238E27FC236}">
                <a16:creationId xmlns:a16="http://schemas.microsoft.com/office/drawing/2014/main" id="{12758566-3B48-4668-B216-FE40BE32538D}"/>
              </a:ext>
            </a:extLst>
          </p:cNvPr>
          <p:cNvSpPr/>
          <p:nvPr/>
        </p:nvSpPr>
        <p:spPr>
          <a:xfrm rot="10800000">
            <a:off x="3916330" y="2544857"/>
            <a:ext cx="489460" cy="224048"/>
          </a:xfrm>
          <a:prstGeom prst="rightArrow">
            <a:avLst/>
          </a:prstGeom>
          <a:solidFill>
            <a:schemeClr val="bg1">
              <a:lumMod val="95000"/>
            </a:schemeClr>
          </a:solidFill>
          <a:ln w="15875">
            <a:solidFill>
              <a:srgbClr val="00B050"/>
            </a:solidFill>
            <a:prstDash val="sysDash"/>
          </a:ln>
        </p:spPr>
        <p:txBody>
          <a:bodyPr wrap="square" rtlCol="0">
            <a:spAutoFit/>
          </a:bodyPr>
          <a:lstStyle/>
          <a:p>
            <a:endParaRPr lang="en-GB" sz="133" b="1"/>
          </a:p>
        </p:txBody>
      </p:sp>
      <p:sp>
        <p:nvSpPr>
          <p:cNvPr id="56" name="Arrow: Right 55">
            <a:extLst>
              <a:ext uri="{FF2B5EF4-FFF2-40B4-BE49-F238E27FC236}">
                <a16:creationId xmlns:a16="http://schemas.microsoft.com/office/drawing/2014/main" id="{2E4917EE-2CF9-4BAF-ADA8-6739E3EAF169}"/>
              </a:ext>
            </a:extLst>
          </p:cNvPr>
          <p:cNvSpPr/>
          <p:nvPr/>
        </p:nvSpPr>
        <p:spPr>
          <a:xfrm rot="8722681">
            <a:off x="3983453" y="3044074"/>
            <a:ext cx="489460" cy="224048"/>
          </a:xfrm>
          <a:prstGeom prst="rightArrow">
            <a:avLst/>
          </a:prstGeom>
          <a:solidFill>
            <a:schemeClr val="bg1">
              <a:lumMod val="95000"/>
            </a:schemeClr>
          </a:solidFill>
          <a:ln w="15875">
            <a:solidFill>
              <a:srgbClr val="00B050"/>
            </a:solidFill>
            <a:prstDash val="sysDash"/>
          </a:ln>
        </p:spPr>
        <p:txBody>
          <a:bodyPr wrap="square" rtlCol="0">
            <a:spAutoFit/>
          </a:bodyPr>
          <a:lstStyle/>
          <a:p>
            <a:endParaRPr lang="en-GB" sz="133" b="1"/>
          </a:p>
        </p:txBody>
      </p:sp>
      <p:sp>
        <p:nvSpPr>
          <p:cNvPr id="58" name="TextBox 57">
            <a:extLst>
              <a:ext uri="{FF2B5EF4-FFF2-40B4-BE49-F238E27FC236}">
                <a16:creationId xmlns:a16="http://schemas.microsoft.com/office/drawing/2014/main" id="{6890417E-2CF0-4E2B-9C0E-828BCCE8AD8E}"/>
              </a:ext>
            </a:extLst>
          </p:cNvPr>
          <p:cNvSpPr txBox="1"/>
          <p:nvPr/>
        </p:nvSpPr>
        <p:spPr>
          <a:xfrm>
            <a:off x="9848550" y="2833048"/>
            <a:ext cx="2069988" cy="954107"/>
          </a:xfrm>
          <a:prstGeom prst="rect">
            <a:avLst/>
          </a:prstGeom>
          <a:solidFill>
            <a:srgbClr val="92D050"/>
          </a:solidFill>
          <a:ln w="19050">
            <a:solidFill>
              <a:srgbClr val="00B050"/>
            </a:solidFill>
          </a:ln>
        </p:spPr>
        <p:txBody>
          <a:bodyPr wrap="square" lIns="91440" tIns="45720" rIns="91440" bIns="45720" rtlCol="0" anchor="t">
            <a:spAutoFit/>
          </a:bodyPr>
          <a:lstStyle/>
          <a:p>
            <a:r>
              <a:rPr sz="1400"/>
              <a:t>Current ZIV Installation:</a:t>
            </a:r>
            <a:endParaRPr lang="en-US" sz="1400">
              <a:cs typeface="Arial"/>
            </a:endParaRPr>
          </a:p>
          <a:p>
            <a:r>
              <a:rPr sz="1400"/>
              <a:t>16 Main Signals</a:t>
            </a:r>
            <a:endParaRPr sz="1400">
              <a:cs typeface="Arial"/>
            </a:endParaRPr>
          </a:p>
          <a:p>
            <a:r>
              <a:rPr sz="1400"/>
              <a:t>8 Shunting Signals</a:t>
            </a:r>
            <a:endParaRPr sz="1400">
              <a:cs typeface="Arial"/>
            </a:endParaRPr>
          </a:p>
          <a:p>
            <a:r>
              <a:rPr sz="1400"/>
              <a:t>23 Points</a:t>
            </a:r>
            <a:endParaRPr sz="1400">
              <a:cs typeface="Arial"/>
            </a:endParaRPr>
          </a:p>
        </p:txBody>
      </p:sp>
      <p:sp>
        <p:nvSpPr>
          <p:cNvPr id="43" name="TextBox 42">
            <a:extLst>
              <a:ext uri="{FF2B5EF4-FFF2-40B4-BE49-F238E27FC236}">
                <a16:creationId xmlns:a16="http://schemas.microsoft.com/office/drawing/2014/main" id="{C10FF7B5-B99F-4BF0-B6ED-088D7E6A294F}"/>
              </a:ext>
            </a:extLst>
          </p:cNvPr>
          <p:cNvSpPr txBox="1"/>
          <p:nvPr/>
        </p:nvSpPr>
        <p:spPr>
          <a:xfrm>
            <a:off x="4308718" y="2039668"/>
            <a:ext cx="2426131" cy="1200329"/>
          </a:xfrm>
          <a:prstGeom prst="rect">
            <a:avLst/>
          </a:prstGeom>
          <a:solidFill>
            <a:schemeClr val="accent6">
              <a:lumMod val="20000"/>
              <a:lumOff val="80000"/>
            </a:schemeClr>
          </a:solidFill>
          <a:ln w="19050">
            <a:solidFill>
              <a:srgbClr val="00B050"/>
            </a:solidFill>
          </a:ln>
        </p:spPr>
        <p:txBody>
          <a:bodyPr wrap="square" lIns="91440" tIns="45720" rIns="91440" bIns="45720" rtlCol="0" anchor="t">
            <a:spAutoFit/>
          </a:bodyPr>
          <a:lstStyle/>
          <a:p>
            <a:r>
              <a:rPr sz="1200" b="1"/>
              <a:t>Planned ZIV Delta Extension:</a:t>
            </a:r>
            <a:endParaRPr lang="en-US" sz="1200" b="1">
              <a:cs typeface="Arial"/>
            </a:endParaRPr>
          </a:p>
          <a:p>
            <a:r>
              <a:rPr sz="1200"/>
              <a:t>+8 Main Signals</a:t>
            </a:r>
            <a:endParaRPr sz="1200">
              <a:cs typeface="Arial"/>
            </a:endParaRPr>
          </a:p>
          <a:p>
            <a:r>
              <a:rPr sz="1200"/>
              <a:t>+5 Shunting Signals</a:t>
            </a:r>
            <a:endParaRPr sz="1200">
              <a:cs typeface="Arial"/>
            </a:endParaRPr>
          </a:p>
          <a:p>
            <a:r>
              <a:rPr sz="1200"/>
              <a:t>+6 Points</a:t>
            </a:r>
            <a:endParaRPr sz="1200">
              <a:cs typeface="Arial"/>
            </a:endParaRPr>
          </a:p>
          <a:p>
            <a:r>
              <a:rPr sz="1200"/>
              <a:t>+36 Axle </a:t>
            </a:r>
            <a:r>
              <a:rPr lang="en-US" sz="1200"/>
              <a:t>Counters</a:t>
            </a:r>
            <a:endParaRPr sz="1200">
              <a:cs typeface="Arial"/>
            </a:endParaRPr>
          </a:p>
          <a:p>
            <a:r>
              <a:rPr sz="1200"/>
              <a:t>+1 Station Level Crossing</a:t>
            </a:r>
            <a:endParaRPr sz="1200">
              <a:cs typeface="Arial"/>
            </a:endParaRPr>
          </a:p>
        </p:txBody>
      </p:sp>
    </p:spTree>
    <p:extLst>
      <p:ext uri="{BB962C8B-B14F-4D97-AF65-F5344CB8AC3E}">
        <p14:creationId xmlns:p14="http://schemas.microsoft.com/office/powerpoint/2010/main" val="24659457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DA9786-2291-3496-0EB8-374A9214C33B}"/>
              </a:ext>
            </a:extLst>
          </p:cNvPr>
          <p:cNvSpPr>
            <a:spLocks noGrp="1"/>
          </p:cNvSpPr>
          <p:nvPr>
            <p:ph type="title"/>
          </p:nvPr>
        </p:nvSpPr>
        <p:spPr/>
        <p:txBody>
          <a:bodyPr/>
          <a:lstStyle/>
          <a:p>
            <a:r>
              <a:rPr lang="en-US" dirty="0"/>
              <a:t>Topology </a:t>
            </a:r>
            <a:r>
              <a:rPr lang="hu-HU" dirty="0"/>
              <a:t>of deltatrack </a:t>
            </a:r>
            <a:r>
              <a:rPr lang="en-US" dirty="0"/>
              <a:t>– </a:t>
            </a:r>
            <a:r>
              <a:rPr lang="hu-HU" dirty="0"/>
              <a:t>Approval Plan</a:t>
            </a:r>
          </a:p>
        </p:txBody>
      </p:sp>
      <p:pic>
        <p:nvPicPr>
          <p:cNvPr id="5" name="Content Placeholder 4">
            <a:extLst>
              <a:ext uri="{FF2B5EF4-FFF2-40B4-BE49-F238E27FC236}">
                <a16:creationId xmlns:a16="http://schemas.microsoft.com/office/drawing/2014/main" id="{39CE4701-8A58-615A-0628-8A84A1159A2A}"/>
              </a:ext>
            </a:extLst>
          </p:cNvPr>
          <p:cNvPicPr>
            <a:picLocks noGrp="1" noChangeAspect="1"/>
          </p:cNvPicPr>
          <p:nvPr>
            <p:ph idx="1"/>
          </p:nvPr>
        </p:nvPicPr>
        <p:blipFill>
          <a:blip r:embed="rId2"/>
          <a:stretch>
            <a:fillRect/>
          </a:stretch>
        </p:blipFill>
        <p:spPr>
          <a:xfrm>
            <a:off x="776378" y="1166352"/>
            <a:ext cx="10765766" cy="5389723"/>
          </a:xfrm>
          <a:prstGeom prst="rect">
            <a:avLst/>
          </a:prstGeom>
        </p:spPr>
      </p:pic>
    </p:spTree>
    <p:extLst>
      <p:ext uri="{BB962C8B-B14F-4D97-AF65-F5344CB8AC3E}">
        <p14:creationId xmlns:p14="http://schemas.microsoft.com/office/powerpoint/2010/main" val="3544563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1EE36E-333C-421F-BDE8-743E4EC07E69}"/>
              </a:ext>
            </a:extLst>
          </p:cNvPr>
          <p:cNvSpPr>
            <a:spLocks noGrp="1"/>
          </p:cNvSpPr>
          <p:nvPr>
            <p:ph type="title"/>
          </p:nvPr>
        </p:nvSpPr>
        <p:spPr/>
        <p:txBody>
          <a:bodyPr/>
          <a:lstStyle/>
          <a:p>
            <a:r>
              <a:rPr lang="hu-HU" dirty="0"/>
              <a:t>Architecture overview</a:t>
            </a:r>
            <a:endParaRPr lang="en-US" dirty="0"/>
          </a:p>
        </p:txBody>
      </p:sp>
      <p:sp>
        <p:nvSpPr>
          <p:cNvPr id="5" name="Rectangle 2">
            <a:extLst>
              <a:ext uri="{FF2B5EF4-FFF2-40B4-BE49-F238E27FC236}">
                <a16:creationId xmlns:a16="http://schemas.microsoft.com/office/drawing/2014/main" id="{298BFCA1-C417-48E9-BDF2-402998949F1C}"/>
              </a:ext>
            </a:extLst>
          </p:cNvPr>
          <p:cNvSpPr>
            <a:spLocks noChangeArrowheads="1"/>
          </p:cNvSpPr>
          <p:nvPr/>
        </p:nvSpPr>
        <p:spPr bwMode="auto">
          <a:xfrm>
            <a:off x="300037" y="1104899"/>
            <a:ext cx="23388005" cy="4571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en-US"/>
          </a:p>
        </p:txBody>
      </p:sp>
      <p:pic>
        <p:nvPicPr>
          <p:cNvPr id="3212" name="Picture 3211">
            <a:extLst>
              <a:ext uri="{FF2B5EF4-FFF2-40B4-BE49-F238E27FC236}">
                <a16:creationId xmlns:a16="http://schemas.microsoft.com/office/drawing/2014/main" id="{47A19796-7DE6-AAC4-892F-48022082AD3D}"/>
              </a:ext>
            </a:extLst>
          </p:cNvPr>
          <p:cNvPicPr>
            <a:picLocks noChangeAspect="1"/>
          </p:cNvPicPr>
          <p:nvPr/>
        </p:nvPicPr>
        <p:blipFill>
          <a:blip r:embed="rId2"/>
          <a:stretch>
            <a:fillRect/>
          </a:stretch>
        </p:blipFill>
        <p:spPr>
          <a:xfrm>
            <a:off x="703155" y="1037859"/>
            <a:ext cx="9805820" cy="5366893"/>
          </a:xfrm>
          <a:prstGeom prst="rect">
            <a:avLst/>
          </a:prstGeom>
        </p:spPr>
      </p:pic>
      <p:pic>
        <p:nvPicPr>
          <p:cNvPr id="8" name="Picture 7">
            <a:extLst>
              <a:ext uri="{FF2B5EF4-FFF2-40B4-BE49-F238E27FC236}">
                <a16:creationId xmlns:a16="http://schemas.microsoft.com/office/drawing/2014/main" id="{B35E7232-B95D-5780-3937-17EAC36EB642}"/>
              </a:ext>
            </a:extLst>
          </p:cNvPr>
          <p:cNvPicPr>
            <a:picLocks noChangeAspect="1"/>
          </p:cNvPicPr>
          <p:nvPr/>
        </p:nvPicPr>
        <p:blipFill>
          <a:blip r:embed="rId3"/>
          <a:stretch>
            <a:fillRect/>
          </a:stretch>
        </p:blipFill>
        <p:spPr>
          <a:xfrm>
            <a:off x="8538762" y="1104899"/>
            <a:ext cx="3451347" cy="1901763"/>
          </a:xfrm>
          <a:prstGeom prst="rect">
            <a:avLst/>
          </a:prstGeom>
        </p:spPr>
      </p:pic>
    </p:spTree>
    <p:extLst>
      <p:ext uri="{BB962C8B-B14F-4D97-AF65-F5344CB8AC3E}">
        <p14:creationId xmlns:p14="http://schemas.microsoft.com/office/powerpoint/2010/main" val="397074249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473088-0041-AD75-8CFF-08AABC37809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E06D42-B8E1-B40A-BE16-67B9047B41B7}"/>
              </a:ext>
            </a:extLst>
          </p:cNvPr>
          <p:cNvSpPr>
            <a:spLocks noGrp="1"/>
          </p:cNvSpPr>
          <p:nvPr>
            <p:ph type="title"/>
          </p:nvPr>
        </p:nvSpPr>
        <p:spPr/>
        <p:txBody>
          <a:bodyPr/>
          <a:lstStyle/>
          <a:p>
            <a:r>
              <a:rPr lang="hu-HU" dirty="0"/>
              <a:t>Master Schedule Proposal</a:t>
            </a:r>
          </a:p>
        </p:txBody>
      </p:sp>
      <p:graphicFrame>
        <p:nvGraphicFramePr>
          <p:cNvPr id="3" name="Table 2">
            <a:extLst>
              <a:ext uri="{FF2B5EF4-FFF2-40B4-BE49-F238E27FC236}">
                <a16:creationId xmlns:a16="http://schemas.microsoft.com/office/drawing/2014/main" id="{93FD990B-CA6C-753B-03E6-FEE8567C562F}"/>
              </a:ext>
            </a:extLst>
          </p:cNvPr>
          <p:cNvGraphicFramePr>
            <a:graphicFrameLocks noGrp="1"/>
          </p:cNvGraphicFramePr>
          <p:nvPr>
            <p:extLst>
              <p:ext uri="{D42A27DB-BD31-4B8C-83A1-F6EECF244321}">
                <p14:modId xmlns:p14="http://schemas.microsoft.com/office/powerpoint/2010/main" val="743639099"/>
              </p:ext>
            </p:extLst>
          </p:nvPr>
        </p:nvGraphicFramePr>
        <p:xfrm>
          <a:off x="2148217" y="1011154"/>
          <a:ext cx="8805926" cy="5355414"/>
        </p:xfrm>
        <a:graphic>
          <a:graphicData uri="http://schemas.openxmlformats.org/drawingml/2006/table">
            <a:tbl>
              <a:tblPr firstRow="1" bandRow="1"/>
              <a:tblGrid>
                <a:gridCol w="274729">
                  <a:extLst>
                    <a:ext uri="{9D8B030D-6E8A-4147-A177-3AD203B41FA5}">
                      <a16:colId xmlns:a16="http://schemas.microsoft.com/office/drawing/2014/main" val="2027178769"/>
                    </a:ext>
                  </a:extLst>
                </a:gridCol>
                <a:gridCol w="274729">
                  <a:extLst>
                    <a:ext uri="{9D8B030D-6E8A-4147-A177-3AD203B41FA5}">
                      <a16:colId xmlns:a16="http://schemas.microsoft.com/office/drawing/2014/main" val="166639463"/>
                    </a:ext>
                  </a:extLst>
                </a:gridCol>
                <a:gridCol w="274729">
                  <a:extLst>
                    <a:ext uri="{9D8B030D-6E8A-4147-A177-3AD203B41FA5}">
                      <a16:colId xmlns:a16="http://schemas.microsoft.com/office/drawing/2014/main" val="4034803523"/>
                    </a:ext>
                  </a:extLst>
                </a:gridCol>
                <a:gridCol w="274729">
                  <a:extLst>
                    <a:ext uri="{9D8B030D-6E8A-4147-A177-3AD203B41FA5}">
                      <a16:colId xmlns:a16="http://schemas.microsoft.com/office/drawing/2014/main" val="2446146950"/>
                    </a:ext>
                  </a:extLst>
                </a:gridCol>
                <a:gridCol w="274729">
                  <a:extLst>
                    <a:ext uri="{9D8B030D-6E8A-4147-A177-3AD203B41FA5}">
                      <a16:colId xmlns:a16="http://schemas.microsoft.com/office/drawing/2014/main" val="3381282968"/>
                    </a:ext>
                  </a:extLst>
                </a:gridCol>
                <a:gridCol w="274729">
                  <a:extLst>
                    <a:ext uri="{9D8B030D-6E8A-4147-A177-3AD203B41FA5}">
                      <a16:colId xmlns:a16="http://schemas.microsoft.com/office/drawing/2014/main" val="3363478559"/>
                    </a:ext>
                  </a:extLst>
                </a:gridCol>
                <a:gridCol w="274729">
                  <a:extLst>
                    <a:ext uri="{9D8B030D-6E8A-4147-A177-3AD203B41FA5}">
                      <a16:colId xmlns:a16="http://schemas.microsoft.com/office/drawing/2014/main" val="1312554224"/>
                    </a:ext>
                  </a:extLst>
                </a:gridCol>
                <a:gridCol w="274729">
                  <a:extLst>
                    <a:ext uri="{9D8B030D-6E8A-4147-A177-3AD203B41FA5}">
                      <a16:colId xmlns:a16="http://schemas.microsoft.com/office/drawing/2014/main" val="2006396111"/>
                    </a:ext>
                  </a:extLst>
                </a:gridCol>
                <a:gridCol w="274729">
                  <a:extLst>
                    <a:ext uri="{9D8B030D-6E8A-4147-A177-3AD203B41FA5}">
                      <a16:colId xmlns:a16="http://schemas.microsoft.com/office/drawing/2014/main" val="59590930"/>
                    </a:ext>
                  </a:extLst>
                </a:gridCol>
                <a:gridCol w="274729">
                  <a:extLst>
                    <a:ext uri="{9D8B030D-6E8A-4147-A177-3AD203B41FA5}">
                      <a16:colId xmlns:a16="http://schemas.microsoft.com/office/drawing/2014/main" val="422153015"/>
                    </a:ext>
                  </a:extLst>
                </a:gridCol>
                <a:gridCol w="274729">
                  <a:extLst>
                    <a:ext uri="{9D8B030D-6E8A-4147-A177-3AD203B41FA5}">
                      <a16:colId xmlns:a16="http://schemas.microsoft.com/office/drawing/2014/main" val="2835668762"/>
                    </a:ext>
                  </a:extLst>
                </a:gridCol>
                <a:gridCol w="274729">
                  <a:extLst>
                    <a:ext uri="{9D8B030D-6E8A-4147-A177-3AD203B41FA5}">
                      <a16:colId xmlns:a16="http://schemas.microsoft.com/office/drawing/2014/main" val="2858442873"/>
                    </a:ext>
                  </a:extLst>
                </a:gridCol>
                <a:gridCol w="274729">
                  <a:extLst>
                    <a:ext uri="{9D8B030D-6E8A-4147-A177-3AD203B41FA5}">
                      <a16:colId xmlns:a16="http://schemas.microsoft.com/office/drawing/2014/main" val="3107447410"/>
                    </a:ext>
                  </a:extLst>
                </a:gridCol>
                <a:gridCol w="274729">
                  <a:extLst>
                    <a:ext uri="{9D8B030D-6E8A-4147-A177-3AD203B41FA5}">
                      <a16:colId xmlns:a16="http://schemas.microsoft.com/office/drawing/2014/main" val="2887262703"/>
                    </a:ext>
                  </a:extLst>
                </a:gridCol>
                <a:gridCol w="274729">
                  <a:extLst>
                    <a:ext uri="{9D8B030D-6E8A-4147-A177-3AD203B41FA5}">
                      <a16:colId xmlns:a16="http://schemas.microsoft.com/office/drawing/2014/main" val="624726783"/>
                    </a:ext>
                  </a:extLst>
                </a:gridCol>
                <a:gridCol w="274729">
                  <a:extLst>
                    <a:ext uri="{9D8B030D-6E8A-4147-A177-3AD203B41FA5}">
                      <a16:colId xmlns:a16="http://schemas.microsoft.com/office/drawing/2014/main" val="4194016723"/>
                    </a:ext>
                  </a:extLst>
                </a:gridCol>
                <a:gridCol w="274729">
                  <a:extLst>
                    <a:ext uri="{9D8B030D-6E8A-4147-A177-3AD203B41FA5}">
                      <a16:colId xmlns:a16="http://schemas.microsoft.com/office/drawing/2014/main" val="1153241134"/>
                    </a:ext>
                  </a:extLst>
                </a:gridCol>
                <a:gridCol w="274729">
                  <a:extLst>
                    <a:ext uri="{9D8B030D-6E8A-4147-A177-3AD203B41FA5}">
                      <a16:colId xmlns:a16="http://schemas.microsoft.com/office/drawing/2014/main" val="1535538954"/>
                    </a:ext>
                  </a:extLst>
                </a:gridCol>
                <a:gridCol w="274729">
                  <a:extLst>
                    <a:ext uri="{9D8B030D-6E8A-4147-A177-3AD203B41FA5}">
                      <a16:colId xmlns:a16="http://schemas.microsoft.com/office/drawing/2014/main" val="691454920"/>
                    </a:ext>
                  </a:extLst>
                </a:gridCol>
                <a:gridCol w="274729">
                  <a:extLst>
                    <a:ext uri="{9D8B030D-6E8A-4147-A177-3AD203B41FA5}">
                      <a16:colId xmlns:a16="http://schemas.microsoft.com/office/drawing/2014/main" val="2015482163"/>
                    </a:ext>
                  </a:extLst>
                </a:gridCol>
                <a:gridCol w="274729">
                  <a:extLst>
                    <a:ext uri="{9D8B030D-6E8A-4147-A177-3AD203B41FA5}">
                      <a16:colId xmlns:a16="http://schemas.microsoft.com/office/drawing/2014/main" val="2174665582"/>
                    </a:ext>
                  </a:extLst>
                </a:gridCol>
                <a:gridCol w="274729">
                  <a:extLst>
                    <a:ext uri="{9D8B030D-6E8A-4147-A177-3AD203B41FA5}">
                      <a16:colId xmlns:a16="http://schemas.microsoft.com/office/drawing/2014/main" val="3598726892"/>
                    </a:ext>
                  </a:extLst>
                </a:gridCol>
                <a:gridCol w="274729">
                  <a:extLst>
                    <a:ext uri="{9D8B030D-6E8A-4147-A177-3AD203B41FA5}">
                      <a16:colId xmlns:a16="http://schemas.microsoft.com/office/drawing/2014/main" val="3184375151"/>
                    </a:ext>
                  </a:extLst>
                </a:gridCol>
                <a:gridCol w="274729">
                  <a:extLst>
                    <a:ext uri="{9D8B030D-6E8A-4147-A177-3AD203B41FA5}">
                      <a16:colId xmlns:a16="http://schemas.microsoft.com/office/drawing/2014/main" val="3678629757"/>
                    </a:ext>
                  </a:extLst>
                </a:gridCol>
                <a:gridCol w="274729">
                  <a:extLst>
                    <a:ext uri="{9D8B030D-6E8A-4147-A177-3AD203B41FA5}">
                      <a16:colId xmlns:a16="http://schemas.microsoft.com/office/drawing/2014/main" val="135624231"/>
                    </a:ext>
                  </a:extLst>
                </a:gridCol>
                <a:gridCol w="274729">
                  <a:extLst>
                    <a:ext uri="{9D8B030D-6E8A-4147-A177-3AD203B41FA5}">
                      <a16:colId xmlns:a16="http://schemas.microsoft.com/office/drawing/2014/main" val="342365444"/>
                    </a:ext>
                  </a:extLst>
                </a:gridCol>
                <a:gridCol w="274729">
                  <a:extLst>
                    <a:ext uri="{9D8B030D-6E8A-4147-A177-3AD203B41FA5}">
                      <a16:colId xmlns:a16="http://schemas.microsoft.com/office/drawing/2014/main" val="3108010092"/>
                    </a:ext>
                  </a:extLst>
                </a:gridCol>
                <a:gridCol w="274729">
                  <a:extLst>
                    <a:ext uri="{9D8B030D-6E8A-4147-A177-3AD203B41FA5}">
                      <a16:colId xmlns:a16="http://schemas.microsoft.com/office/drawing/2014/main" val="369440516"/>
                    </a:ext>
                  </a:extLst>
                </a:gridCol>
                <a:gridCol w="274729">
                  <a:extLst>
                    <a:ext uri="{9D8B030D-6E8A-4147-A177-3AD203B41FA5}">
                      <a16:colId xmlns:a16="http://schemas.microsoft.com/office/drawing/2014/main" val="1667137940"/>
                    </a:ext>
                  </a:extLst>
                </a:gridCol>
                <a:gridCol w="274729">
                  <a:extLst>
                    <a:ext uri="{9D8B030D-6E8A-4147-A177-3AD203B41FA5}">
                      <a16:colId xmlns:a16="http://schemas.microsoft.com/office/drawing/2014/main" val="2241286426"/>
                    </a:ext>
                  </a:extLst>
                </a:gridCol>
                <a:gridCol w="274729">
                  <a:extLst>
                    <a:ext uri="{9D8B030D-6E8A-4147-A177-3AD203B41FA5}">
                      <a16:colId xmlns:a16="http://schemas.microsoft.com/office/drawing/2014/main" val="2427368634"/>
                    </a:ext>
                  </a:extLst>
                </a:gridCol>
                <a:gridCol w="289327">
                  <a:extLst>
                    <a:ext uri="{9D8B030D-6E8A-4147-A177-3AD203B41FA5}">
                      <a16:colId xmlns:a16="http://schemas.microsoft.com/office/drawing/2014/main" val="377741751"/>
                    </a:ext>
                  </a:extLst>
                </a:gridCol>
              </a:tblGrid>
              <a:tr h="372526">
                <a:tc gridSpan="11">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r>
                        <a:rPr lang="en-US" dirty="0"/>
                        <a:t>2026</a:t>
                      </a:r>
                    </a:p>
                  </a:txBody>
                  <a:tcPr anchor="ctr" anchorCtr="1">
                    <a:lnL w="12700" cmpd="sng">
                      <a:solidFill>
                        <a:srgbClr val="FFFFFF"/>
                      </a:solidFill>
                    </a:lnL>
                    <a:lnR w="12700" cap="flat" cmpd="sng" algn="ctr">
                      <a:solidFill>
                        <a:srgbClr val="333366"/>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5DBFD4"/>
                    </a:solidFill>
                  </a:tcPr>
                </a:tc>
                <a:tc hMerge="1">
                  <a:txBody>
                    <a:bodyPr/>
                    <a:lstStyle/>
                    <a:p>
                      <a:endParaRPr lang="en-US"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dirty="0"/>
                    </a:p>
                  </a:txBody>
                  <a:tcPr anchor="ctr" anchorCtr="1">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tc gridSpan="12">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r>
                        <a:rPr lang="en-US" dirty="0"/>
                        <a:t>2027</a:t>
                      </a:r>
                    </a:p>
                  </a:txBody>
                  <a:tcPr anchor="ctr" anchorCtr="1">
                    <a:lnL w="12700" cap="flat" cmpd="sng" algn="ctr">
                      <a:solidFill>
                        <a:srgbClr val="333366"/>
                      </a:solidFill>
                      <a:prstDash val="solid"/>
                      <a:round/>
                      <a:headEnd type="none" w="med" len="med"/>
                      <a:tailEnd type="none" w="med" len="med"/>
                    </a:lnL>
                    <a:lnR w="12700" cap="flat" cmpd="sng" algn="ctr">
                      <a:solidFill>
                        <a:srgbClr val="333366"/>
                      </a:solidFill>
                      <a:prstDash val="solid"/>
                      <a:round/>
                      <a:headEnd type="none" w="med" len="med"/>
                      <a:tailEnd type="none" w="med" len="med"/>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5DBFD4"/>
                    </a:solidFill>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hMerge="1">
                  <a:txBody>
                    <a:bodyPr/>
                    <a:lstStyle/>
                    <a:p>
                      <a:endParaRPr lang="en-US" dirty="0"/>
                    </a:p>
                  </a:txBody>
                  <a:tcPr/>
                </a:tc>
                <a:tc gridSpan="9">
                  <a:txBody>
                    <a:bodyPr/>
                    <a:lstStyle>
                      <a:lvl1pPr marL="0" algn="l" defTabSz="914400" rtl="0" eaLnBrk="1" latinLnBrk="0" hangingPunct="1">
                        <a:defRPr sz="1800" b="1" kern="1200">
                          <a:solidFill>
                            <a:schemeClr val="lt1"/>
                          </a:solidFill>
                          <a:latin typeface="Century Gothic"/>
                        </a:defRPr>
                      </a:lvl1pPr>
                      <a:lvl2pPr marL="457200" algn="l" defTabSz="914400" rtl="0" eaLnBrk="1" latinLnBrk="0" hangingPunct="1">
                        <a:defRPr sz="1800" b="1" kern="1200">
                          <a:solidFill>
                            <a:schemeClr val="lt1"/>
                          </a:solidFill>
                          <a:latin typeface="Century Gothic"/>
                        </a:defRPr>
                      </a:lvl2pPr>
                      <a:lvl3pPr marL="914400" algn="l" defTabSz="914400" rtl="0" eaLnBrk="1" latinLnBrk="0" hangingPunct="1">
                        <a:defRPr sz="1800" b="1" kern="1200">
                          <a:solidFill>
                            <a:schemeClr val="lt1"/>
                          </a:solidFill>
                          <a:latin typeface="Century Gothic"/>
                        </a:defRPr>
                      </a:lvl3pPr>
                      <a:lvl4pPr marL="1371600" algn="l" defTabSz="914400" rtl="0" eaLnBrk="1" latinLnBrk="0" hangingPunct="1">
                        <a:defRPr sz="1800" b="1" kern="1200">
                          <a:solidFill>
                            <a:schemeClr val="lt1"/>
                          </a:solidFill>
                          <a:latin typeface="Century Gothic"/>
                        </a:defRPr>
                      </a:lvl4pPr>
                      <a:lvl5pPr marL="1828800" algn="l" defTabSz="914400" rtl="0" eaLnBrk="1" latinLnBrk="0" hangingPunct="1">
                        <a:defRPr sz="1800" b="1" kern="1200">
                          <a:solidFill>
                            <a:schemeClr val="lt1"/>
                          </a:solidFill>
                          <a:latin typeface="Century Gothic"/>
                        </a:defRPr>
                      </a:lvl5pPr>
                      <a:lvl6pPr marL="2286000" algn="l" defTabSz="914400" rtl="0" eaLnBrk="1" latinLnBrk="0" hangingPunct="1">
                        <a:defRPr sz="1800" b="1" kern="1200">
                          <a:solidFill>
                            <a:schemeClr val="lt1"/>
                          </a:solidFill>
                          <a:latin typeface="Century Gothic"/>
                        </a:defRPr>
                      </a:lvl6pPr>
                      <a:lvl7pPr marL="2743200" algn="l" defTabSz="914400" rtl="0" eaLnBrk="1" latinLnBrk="0" hangingPunct="1">
                        <a:defRPr sz="1800" b="1" kern="1200">
                          <a:solidFill>
                            <a:schemeClr val="lt1"/>
                          </a:solidFill>
                          <a:latin typeface="Century Gothic"/>
                        </a:defRPr>
                      </a:lvl7pPr>
                      <a:lvl8pPr marL="3200400" algn="l" defTabSz="914400" rtl="0" eaLnBrk="1" latinLnBrk="0" hangingPunct="1">
                        <a:defRPr sz="1800" b="1" kern="1200">
                          <a:solidFill>
                            <a:schemeClr val="lt1"/>
                          </a:solidFill>
                          <a:latin typeface="Century Gothic"/>
                        </a:defRPr>
                      </a:lvl8pPr>
                      <a:lvl9pPr marL="3657600" algn="l" defTabSz="914400" rtl="0" eaLnBrk="1" latinLnBrk="0" hangingPunct="1">
                        <a:defRPr sz="1800" b="1" kern="1200">
                          <a:solidFill>
                            <a:schemeClr val="lt1"/>
                          </a:solidFill>
                          <a:latin typeface="Century Gothic"/>
                        </a:defRPr>
                      </a:lvl9pPr>
                    </a:lstStyle>
                    <a:p>
                      <a:r>
                        <a:rPr lang="en-US" dirty="0"/>
                        <a:t>2028</a:t>
                      </a:r>
                    </a:p>
                  </a:txBody>
                  <a:tcPr anchor="ctr" anchorCtr="1">
                    <a:lnL w="12700" cap="flat" cmpd="sng" algn="ctr">
                      <a:solidFill>
                        <a:srgbClr val="333366"/>
                      </a:solidFill>
                      <a:prstDash val="solid"/>
                      <a:round/>
                      <a:headEnd type="none" w="med" len="med"/>
                      <a:tailEnd type="none" w="med" len="med"/>
                    </a:lnL>
                    <a:lnR w="12700" cmpd="sng">
                      <a:solidFill>
                        <a:srgbClr val="FFFFFF"/>
                      </a:solidFill>
                    </a:lnR>
                    <a:lnT w="12700" cmpd="sng">
                      <a:solidFill>
                        <a:srgbClr val="FFFFFF"/>
                      </a:solidFill>
                    </a:lnT>
                    <a:lnB w="38100" cmpd="sng">
                      <a:solidFill>
                        <a:srgbClr val="FFFFFF"/>
                      </a:solidFill>
                    </a:lnB>
                    <a:lnTlToBr w="12700" cmpd="sng">
                      <a:noFill/>
                      <a:prstDash val="solid"/>
                    </a:lnTlToBr>
                    <a:lnBlToTr w="12700" cmpd="sng">
                      <a:noFill/>
                      <a:prstDash val="solid"/>
                    </a:lnBlToTr>
                    <a:solidFill>
                      <a:srgbClr val="5DBFD4"/>
                    </a:solidFill>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a:p>
                  </a:txBody>
                  <a:tcPr/>
                </a:tc>
                <a:tc hMerge="1">
                  <a:txBody>
                    <a:bodyPr/>
                    <a:lstStyle/>
                    <a:p>
                      <a:endParaRPr lang="en-US" dirty="0"/>
                    </a:p>
                  </a:txBody>
                  <a:tcPr/>
                </a:tc>
                <a:extLst>
                  <a:ext uri="{0D108BD9-81ED-4DB2-BD59-A6C34878D82A}">
                    <a16:rowId xmlns:a16="http://schemas.microsoft.com/office/drawing/2014/main" val="3450054540"/>
                  </a:ext>
                </a:extLst>
              </a:tr>
              <a:tr h="249912">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2</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3</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4</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5</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6</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7</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8</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9</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10</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11</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12</a:t>
                      </a:r>
                    </a:p>
                  </a:txBody>
                  <a:tcPr marL="0" marR="0" marT="0" marB="0" anchor="ctr" anchorCtr="1">
                    <a:lnL w="12700" cmpd="sng">
                      <a:solidFill>
                        <a:srgbClr val="FFFFFF"/>
                      </a:solidFill>
                    </a:lnL>
                    <a:lnR w="12700" cap="flat" cmpd="sng" algn="ctr">
                      <a:solidFill>
                        <a:srgbClr val="333366"/>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1</a:t>
                      </a:r>
                    </a:p>
                  </a:txBody>
                  <a:tcPr marL="0" marR="0" marT="0" marB="0" anchor="ctr" anchorCtr="1">
                    <a:lnL w="12700" cap="flat" cmpd="sng" algn="ctr">
                      <a:solidFill>
                        <a:srgbClr val="333366"/>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2</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3</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4</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5</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6</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7</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8</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9</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10</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11</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12</a:t>
                      </a:r>
                    </a:p>
                  </a:txBody>
                  <a:tcPr marL="0" marR="0" marT="0" marB="0" anchor="ctr" anchorCtr="1">
                    <a:lnL w="12700" cmpd="sng">
                      <a:solidFill>
                        <a:srgbClr val="FFFFFF"/>
                      </a:solidFill>
                    </a:lnL>
                    <a:lnR w="12700" cap="flat" cmpd="sng" algn="ctr">
                      <a:solidFill>
                        <a:srgbClr val="333366"/>
                      </a:solidFill>
                      <a:prstDash val="solid"/>
                      <a:round/>
                      <a:headEnd type="none" w="med" len="med"/>
                      <a:tailEnd type="none" w="med" len="med"/>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1</a:t>
                      </a:r>
                    </a:p>
                  </a:txBody>
                  <a:tcPr marL="0" marR="0" marT="0" marB="0" anchor="ctr" anchorCtr="1">
                    <a:lnL w="12700" cap="flat" cmpd="sng" algn="ctr">
                      <a:solidFill>
                        <a:srgbClr val="333366"/>
                      </a:solidFill>
                      <a:prstDash val="solid"/>
                      <a:round/>
                      <a:headEnd type="none" w="med" len="med"/>
                      <a:tailEnd type="none" w="med" len="med"/>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2</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3</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4</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5</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6</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7</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8</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r>
                        <a:rPr lang="en-US" sz="900" dirty="0"/>
                        <a:t>9</a:t>
                      </a:r>
                    </a:p>
                  </a:txBody>
                  <a:tcPr marL="0" marR="0" marT="0" marB="0" anchor="ctr" anchorCtr="1">
                    <a:lnL w="12700" cmpd="sng">
                      <a:solidFill>
                        <a:srgbClr val="FFFFFF"/>
                      </a:solidFill>
                    </a:lnL>
                    <a:lnR w="12700" cmpd="sng">
                      <a:solidFill>
                        <a:srgbClr val="FFFFFF"/>
                      </a:solidFill>
                    </a:lnR>
                    <a:lnT w="381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extLst>
                  <a:ext uri="{0D108BD9-81ED-4DB2-BD59-A6C34878D82A}">
                    <a16:rowId xmlns:a16="http://schemas.microsoft.com/office/drawing/2014/main" val="3313009943"/>
                  </a:ext>
                </a:extLst>
              </a:tr>
              <a:tr h="2366488">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ap="flat" cmpd="sng" algn="ctr">
                      <a:solidFill>
                        <a:srgbClr val="333366"/>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ap="flat" cmpd="sng" algn="ctr">
                      <a:solidFill>
                        <a:srgbClr val="333366"/>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ap="flat" cmpd="sng" algn="ctr">
                      <a:solidFill>
                        <a:srgbClr val="333366"/>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ap="flat" cmpd="sng" algn="ctr">
                      <a:solidFill>
                        <a:srgbClr val="333366"/>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20000"/>
                      </a:srgbClr>
                    </a:solidFill>
                  </a:tcPr>
                </a:tc>
                <a:extLst>
                  <a:ext uri="{0D108BD9-81ED-4DB2-BD59-A6C34878D82A}">
                    <a16:rowId xmlns:a16="http://schemas.microsoft.com/office/drawing/2014/main" val="3547969471"/>
                  </a:ext>
                </a:extLst>
              </a:tr>
              <a:tr h="2366488">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ap="flat" cmpd="sng" algn="ctr">
                      <a:solidFill>
                        <a:srgbClr val="333366"/>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ap="flat" cmpd="sng" algn="ctr">
                      <a:solidFill>
                        <a:srgbClr val="333366"/>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ap="flat" cmpd="sng" algn="ctr">
                      <a:solidFill>
                        <a:srgbClr val="333366"/>
                      </a:solidFill>
                      <a:prstDash val="solid"/>
                      <a:round/>
                      <a:headEnd type="none" w="med" len="med"/>
                      <a:tailEnd type="none" w="med" len="med"/>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ap="flat" cmpd="sng" algn="ctr">
                      <a:solidFill>
                        <a:srgbClr val="333366"/>
                      </a:solidFill>
                      <a:prstDash val="solid"/>
                      <a:round/>
                      <a:headEnd type="none" w="med" len="med"/>
                      <a:tailEnd type="none" w="med" len="med"/>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tc>
                  <a:txBody>
                    <a:bodyPr/>
                    <a:lstStyle>
                      <a:lvl1pPr marL="0" algn="l" defTabSz="914400" rtl="0" eaLnBrk="1" latinLnBrk="0" hangingPunct="1">
                        <a:defRPr sz="1800" kern="1200">
                          <a:solidFill>
                            <a:schemeClr val="dk1"/>
                          </a:solidFill>
                          <a:latin typeface="Century Gothic"/>
                        </a:defRPr>
                      </a:lvl1pPr>
                      <a:lvl2pPr marL="457200" algn="l" defTabSz="914400" rtl="0" eaLnBrk="1" latinLnBrk="0" hangingPunct="1">
                        <a:defRPr sz="1800" kern="1200">
                          <a:solidFill>
                            <a:schemeClr val="dk1"/>
                          </a:solidFill>
                          <a:latin typeface="Century Gothic"/>
                        </a:defRPr>
                      </a:lvl2pPr>
                      <a:lvl3pPr marL="914400" algn="l" defTabSz="914400" rtl="0" eaLnBrk="1" latinLnBrk="0" hangingPunct="1">
                        <a:defRPr sz="1800" kern="1200">
                          <a:solidFill>
                            <a:schemeClr val="dk1"/>
                          </a:solidFill>
                          <a:latin typeface="Century Gothic"/>
                        </a:defRPr>
                      </a:lvl3pPr>
                      <a:lvl4pPr marL="1371600" algn="l" defTabSz="914400" rtl="0" eaLnBrk="1" latinLnBrk="0" hangingPunct="1">
                        <a:defRPr sz="1800" kern="1200">
                          <a:solidFill>
                            <a:schemeClr val="dk1"/>
                          </a:solidFill>
                          <a:latin typeface="Century Gothic"/>
                        </a:defRPr>
                      </a:lvl4pPr>
                      <a:lvl5pPr marL="1828800" algn="l" defTabSz="914400" rtl="0" eaLnBrk="1" latinLnBrk="0" hangingPunct="1">
                        <a:defRPr sz="1800" kern="1200">
                          <a:solidFill>
                            <a:schemeClr val="dk1"/>
                          </a:solidFill>
                          <a:latin typeface="Century Gothic"/>
                        </a:defRPr>
                      </a:lvl5pPr>
                      <a:lvl6pPr marL="2286000" algn="l" defTabSz="914400" rtl="0" eaLnBrk="1" latinLnBrk="0" hangingPunct="1">
                        <a:defRPr sz="1800" kern="1200">
                          <a:solidFill>
                            <a:schemeClr val="dk1"/>
                          </a:solidFill>
                          <a:latin typeface="Century Gothic"/>
                        </a:defRPr>
                      </a:lvl6pPr>
                      <a:lvl7pPr marL="2743200" algn="l" defTabSz="914400" rtl="0" eaLnBrk="1" latinLnBrk="0" hangingPunct="1">
                        <a:defRPr sz="1800" kern="1200">
                          <a:solidFill>
                            <a:schemeClr val="dk1"/>
                          </a:solidFill>
                          <a:latin typeface="Century Gothic"/>
                        </a:defRPr>
                      </a:lvl7pPr>
                      <a:lvl8pPr marL="3200400" algn="l" defTabSz="914400" rtl="0" eaLnBrk="1" latinLnBrk="0" hangingPunct="1">
                        <a:defRPr sz="1800" kern="1200">
                          <a:solidFill>
                            <a:schemeClr val="dk1"/>
                          </a:solidFill>
                          <a:latin typeface="Century Gothic"/>
                        </a:defRPr>
                      </a:lvl8pPr>
                      <a:lvl9pPr marL="3657600" algn="l" defTabSz="914400" rtl="0" eaLnBrk="1" latinLnBrk="0" hangingPunct="1">
                        <a:defRPr sz="1800" kern="1200">
                          <a:solidFill>
                            <a:schemeClr val="dk1"/>
                          </a:solidFill>
                          <a:latin typeface="Century Gothic"/>
                        </a:defRPr>
                      </a:lvl9pPr>
                    </a:lstStyle>
                    <a:p>
                      <a:endParaRPr lang="en-US" dirty="0"/>
                    </a:p>
                  </a:txBody>
                  <a:tcPr>
                    <a:lnL w="12700" cmpd="sng">
                      <a:solidFill>
                        <a:srgbClr val="FFFFFF"/>
                      </a:solidFill>
                    </a:lnL>
                    <a:lnR w="12700" cmpd="sng">
                      <a:solidFill>
                        <a:srgbClr val="FFFFFF"/>
                      </a:solidFill>
                    </a:lnR>
                    <a:lnT w="12700" cmpd="sng">
                      <a:solidFill>
                        <a:srgbClr val="FFFFFF"/>
                      </a:solidFill>
                    </a:lnT>
                    <a:lnB w="12700" cmpd="sng">
                      <a:solidFill>
                        <a:srgbClr val="FFFFFF"/>
                      </a:solidFill>
                    </a:lnB>
                    <a:lnTlToBr w="12700" cmpd="sng">
                      <a:noFill/>
                      <a:prstDash val="solid"/>
                    </a:lnTlToBr>
                    <a:lnBlToTr w="12700" cmpd="sng">
                      <a:noFill/>
                      <a:prstDash val="solid"/>
                    </a:lnBlToTr>
                    <a:solidFill>
                      <a:srgbClr val="5DBFD4">
                        <a:tint val="40000"/>
                      </a:srgbClr>
                    </a:solidFill>
                  </a:tcPr>
                </a:tc>
                <a:extLst>
                  <a:ext uri="{0D108BD9-81ED-4DB2-BD59-A6C34878D82A}">
                    <a16:rowId xmlns:a16="http://schemas.microsoft.com/office/drawing/2014/main" val="2984361229"/>
                  </a:ext>
                </a:extLst>
              </a:tr>
            </a:tbl>
          </a:graphicData>
        </a:graphic>
      </p:graphicFrame>
      <p:sp>
        <p:nvSpPr>
          <p:cNvPr id="4" name="Rechteck 78">
            <a:extLst>
              <a:ext uri="{FF2B5EF4-FFF2-40B4-BE49-F238E27FC236}">
                <a16:creationId xmlns:a16="http://schemas.microsoft.com/office/drawing/2014/main" id="{F3572C61-F6D9-1399-7812-35785443F98A}"/>
              </a:ext>
            </a:extLst>
          </p:cNvPr>
          <p:cNvSpPr/>
          <p:nvPr/>
        </p:nvSpPr>
        <p:spPr>
          <a:xfrm>
            <a:off x="4220528" y="1887691"/>
            <a:ext cx="1403267" cy="196568"/>
          </a:xfrm>
          <a:prstGeom prst="rect">
            <a:avLst/>
          </a:prstGeom>
          <a:solidFill>
            <a:srgbClr val="333366">
              <a:lumMod val="60000"/>
              <a:lumOff val="4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WS2. Design</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5" name="Gleichschenkliges Dreieck 88">
            <a:extLst>
              <a:ext uri="{FF2B5EF4-FFF2-40B4-BE49-F238E27FC236}">
                <a16:creationId xmlns:a16="http://schemas.microsoft.com/office/drawing/2014/main" id="{ED489505-3A75-3EE8-C80E-C59C385D0A8E}"/>
              </a:ext>
            </a:extLst>
          </p:cNvPr>
          <p:cNvSpPr/>
          <p:nvPr/>
        </p:nvSpPr>
        <p:spPr>
          <a:xfrm rot="10800000">
            <a:off x="4140060" y="3104341"/>
            <a:ext cx="192579" cy="141947"/>
          </a:xfrm>
          <a:prstGeom prst="triangle">
            <a:avLst/>
          </a:prstGeom>
          <a:solidFill>
            <a:srgbClr val="DC006B">
              <a:lumMod val="60000"/>
              <a:lumOff val="40000"/>
            </a:srgbClr>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6" name="Rechteck 78">
            <a:extLst>
              <a:ext uri="{FF2B5EF4-FFF2-40B4-BE49-F238E27FC236}">
                <a16:creationId xmlns:a16="http://schemas.microsoft.com/office/drawing/2014/main" id="{9392E558-86EE-1E69-1750-DF32B1D23B72}"/>
              </a:ext>
            </a:extLst>
          </p:cNvPr>
          <p:cNvSpPr/>
          <p:nvPr/>
        </p:nvSpPr>
        <p:spPr>
          <a:xfrm>
            <a:off x="4261398" y="2117695"/>
            <a:ext cx="2247090" cy="196568"/>
          </a:xfrm>
          <a:prstGeom prst="rect">
            <a:avLst/>
          </a:prstGeom>
          <a:solidFill>
            <a:srgbClr val="5DBFD4">
              <a:lumMod val="75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WS2.3 Data </a:t>
            </a:r>
            <a:r>
              <a:rPr kumimoji="0" lang="de-DE" sz="1000" b="1" i="0" u="none" strike="noStrike" kern="0" cap="none" spc="0" normalizeH="0" baseline="0" noProof="0" dirty="0" err="1">
                <a:ln>
                  <a:noFill/>
                </a:ln>
                <a:solidFill>
                  <a:srgbClr val="FFFFFF"/>
                </a:solidFill>
                <a:effectLst/>
                <a:uLnTx/>
                <a:uFillTx/>
                <a:latin typeface="Century Gothic"/>
                <a:ea typeface="+mn-ea"/>
                <a:cs typeface="+mn-cs"/>
              </a:rPr>
              <a:t>Preparation</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7" name="Rechteck 78">
            <a:extLst>
              <a:ext uri="{FF2B5EF4-FFF2-40B4-BE49-F238E27FC236}">
                <a16:creationId xmlns:a16="http://schemas.microsoft.com/office/drawing/2014/main" id="{36611619-212A-4E02-A485-BC6CB23A8C8C}"/>
              </a:ext>
            </a:extLst>
          </p:cNvPr>
          <p:cNvSpPr/>
          <p:nvPr/>
        </p:nvSpPr>
        <p:spPr>
          <a:xfrm>
            <a:off x="5405139" y="2346295"/>
            <a:ext cx="1391114" cy="196568"/>
          </a:xfrm>
          <a:prstGeom prst="rect">
            <a:avLst/>
          </a:prstGeom>
          <a:solidFill>
            <a:srgbClr val="FFFF00"/>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WS4. Lab Tests</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8" name="Rechteck 78">
            <a:extLst>
              <a:ext uri="{FF2B5EF4-FFF2-40B4-BE49-F238E27FC236}">
                <a16:creationId xmlns:a16="http://schemas.microsoft.com/office/drawing/2014/main" id="{B61E7892-46C3-2A63-8CAE-39735D925AAF}"/>
              </a:ext>
            </a:extLst>
          </p:cNvPr>
          <p:cNvSpPr/>
          <p:nvPr/>
        </p:nvSpPr>
        <p:spPr>
          <a:xfrm>
            <a:off x="5957656" y="2574895"/>
            <a:ext cx="838596" cy="196568"/>
          </a:xfrm>
          <a:prstGeom prst="rect">
            <a:avLst/>
          </a:prstGeom>
          <a:solidFill>
            <a:srgbClr val="FFFF00"/>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err="1">
                <a:ln>
                  <a:noFill/>
                </a:ln>
                <a:solidFill>
                  <a:srgbClr val="505050">
                    <a:lumMod val="50000"/>
                  </a:srgbClr>
                </a:solidFill>
                <a:effectLst/>
                <a:uLnTx/>
                <a:uFillTx/>
                <a:latin typeface="Century Gothic"/>
                <a:ea typeface="+mn-ea"/>
                <a:cs typeface="+mn-cs"/>
              </a:rPr>
              <a:t>Cust</a:t>
            </a: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 Tests</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9" name="Rechteck 78">
            <a:extLst>
              <a:ext uri="{FF2B5EF4-FFF2-40B4-BE49-F238E27FC236}">
                <a16:creationId xmlns:a16="http://schemas.microsoft.com/office/drawing/2014/main" id="{69EB7534-1EC6-0C1B-B138-BFBB358ED4F5}"/>
              </a:ext>
            </a:extLst>
          </p:cNvPr>
          <p:cNvSpPr/>
          <p:nvPr/>
        </p:nvSpPr>
        <p:spPr>
          <a:xfrm>
            <a:off x="5880748" y="3019113"/>
            <a:ext cx="915504" cy="196568"/>
          </a:xfrm>
          <a:prstGeom prst="rect">
            <a:avLst/>
          </a:prstGeom>
          <a:solidFill>
            <a:srgbClr val="FFFF00"/>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Field Tests</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10" name="Rechteck 78">
            <a:extLst>
              <a:ext uri="{FF2B5EF4-FFF2-40B4-BE49-F238E27FC236}">
                <a16:creationId xmlns:a16="http://schemas.microsoft.com/office/drawing/2014/main" id="{3C02E358-8669-0418-5AD3-2E6A4E910312}"/>
              </a:ext>
            </a:extLst>
          </p:cNvPr>
          <p:cNvSpPr/>
          <p:nvPr/>
        </p:nvSpPr>
        <p:spPr>
          <a:xfrm>
            <a:off x="5774565" y="3251740"/>
            <a:ext cx="1021686" cy="196568"/>
          </a:xfrm>
          <a:prstGeom prst="rect">
            <a:avLst/>
          </a:prstGeom>
          <a:solidFill>
            <a:srgbClr val="5491A0">
              <a:lumMod val="40000"/>
              <a:lumOff val="6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WS4. </a:t>
            </a:r>
            <a:r>
              <a:rPr kumimoji="0" lang="de-DE" sz="1000" b="1" i="0" u="none" strike="noStrike" kern="0" cap="none" spc="0" normalizeH="0" baseline="0" noProof="0" dirty="0" err="1">
                <a:ln>
                  <a:noFill/>
                </a:ln>
                <a:solidFill>
                  <a:srgbClr val="505050">
                    <a:lumMod val="50000"/>
                  </a:srgbClr>
                </a:solidFill>
                <a:effectLst/>
                <a:uLnTx/>
                <a:uFillTx/>
                <a:latin typeface="Century Gothic"/>
                <a:ea typeface="+mn-ea"/>
                <a:cs typeface="+mn-cs"/>
              </a:rPr>
              <a:t>Verification</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11" name="Rechteck 78">
            <a:extLst>
              <a:ext uri="{FF2B5EF4-FFF2-40B4-BE49-F238E27FC236}">
                <a16:creationId xmlns:a16="http://schemas.microsoft.com/office/drawing/2014/main" id="{3B91D311-D687-9BDC-6488-7B64639CAD79}"/>
              </a:ext>
            </a:extLst>
          </p:cNvPr>
          <p:cNvSpPr/>
          <p:nvPr/>
        </p:nvSpPr>
        <p:spPr>
          <a:xfrm>
            <a:off x="5957656" y="3473929"/>
            <a:ext cx="879262" cy="196568"/>
          </a:xfrm>
          <a:prstGeom prst="rect">
            <a:avLst/>
          </a:prstGeom>
          <a:solidFill>
            <a:srgbClr val="969696">
              <a:lumMod val="60000"/>
              <a:lumOff val="4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Validation</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12" name="Rechteck 78">
            <a:extLst>
              <a:ext uri="{FF2B5EF4-FFF2-40B4-BE49-F238E27FC236}">
                <a16:creationId xmlns:a16="http://schemas.microsoft.com/office/drawing/2014/main" id="{2647AFDA-9EE5-73E0-AF46-42ABD125A555}"/>
              </a:ext>
            </a:extLst>
          </p:cNvPr>
          <p:cNvSpPr/>
          <p:nvPr/>
        </p:nvSpPr>
        <p:spPr>
          <a:xfrm>
            <a:off x="6314709" y="3696466"/>
            <a:ext cx="879261" cy="191112"/>
          </a:xfrm>
          <a:prstGeom prst="rect">
            <a:avLst/>
          </a:prstGeom>
          <a:solidFill>
            <a:srgbClr val="DC006B">
              <a:lumMod val="75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err="1">
                <a:ln>
                  <a:noFill/>
                </a:ln>
                <a:solidFill>
                  <a:srgbClr val="FFFFFF"/>
                </a:solidFill>
                <a:effectLst/>
                <a:uLnTx/>
                <a:uFillTx/>
                <a:latin typeface="Century Gothic"/>
                <a:ea typeface="+mn-ea"/>
                <a:cs typeface="+mn-cs"/>
              </a:rPr>
              <a:t>Specific</a:t>
            </a:r>
            <a:r>
              <a:rPr kumimoji="0" lang="de-DE" sz="1000" b="1" i="0" u="none" strike="noStrike" kern="0" cap="none" spc="0" normalizeH="0" baseline="0" noProof="0" dirty="0">
                <a:ln>
                  <a:noFill/>
                </a:ln>
                <a:solidFill>
                  <a:srgbClr val="FFFFFF"/>
                </a:solidFill>
                <a:effectLst/>
                <a:uLnTx/>
                <a:uFillTx/>
                <a:latin typeface="Century Gothic"/>
                <a:ea typeface="+mn-ea"/>
                <a:cs typeface="+mn-cs"/>
              </a:rPr>
              <a:t> SC</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13" name="Rechteck 78">
            <a:extLst>
              <a:ext uri="{FF2B5EF4-FFF2-40B4-BE49-F238E27FC236}">
                <a16:creationId xmlns:a16="http://schemas.microsoft.com/office/drawing/2014/main" id="{94D24F1B-AFB8-73C1-E1C3-EAA9ED4207B5}"/>
              </a:ext>
            </a:extLst>
          </p:cNvPr>
          <p:cNvSpPr/>
          <p:nvPr/>
        </p:nvSpPr>
        <p:spPr>
          <a:xfrm>
            <a:off x="5720012" y="2799491"/>
            <a:ext cx="1076240" cy="196568"/>
          </a:xfrm>
          <a:prstGeom prst="rect">
            <a:avLst/>
          </a:prstGeom>
          <a:solidFill>
            <a:srgbClr val="333366">
              <a:lumMod val="60000"/>
              <a:lumOff val="4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Installation</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14" name="TextBox 13">
            <a:extLst>
              <a:ext uri="{FF2B5EF4-FFF2-40B4-BE49-F238E27FC236}">
                <a16:creationId xmlns:a16="http://schemas.microsoft.com/office/drawing/2014/main" id="{B08110D3-07B0-06CF-BA8B-035E405CF851}"/>
              </a:ext>
            </a:extLst>
          </p:cNvPr>
          <p:cNvSpPr txBox="1"/>
          <p:nvPr/>
        </p:nvSpPr>
        <p:spPr>
          <a:xfrm>
            <a:off x="3923149" y="2832239"/>
            <a:ext cx="632778" cy="33855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HW ordering</a:t>
            </a:r>
          </a:p>
        </p:txBody>
      </p:sp>
      <p:sp>
        <p:nvSpPr>
          <p:cNvPr id="15" name="Gleichschenkliges Dreieck 88">
            <a:extLst>
              <a:ext uri="{FF2B5EF4-FFF2-40B4-BE49-F238E27FC236}">
                <a16:creationId xmlns:a16="http://schemas.microsoft.com/office/drawing/2014/main" id="{9F92C616-1041-0AEC-76F0-7899C30A4C5B}"/>
              </a:ext>
            </a:extLst>
          </p:cNvPr>
          <p:cNvSpPr/>
          <p:nvPr/>
        </p:nvSpPr>
        <p:spPr>
          <a:xfrm rot="10800000">
            <a:off x="7063228" y="3283384"/>
            <a:ext cx="192579" cy="141947"/>
          </a:xfrm>
          <a:prstGeom prst="triangle">
            <a:avLst/>
          </a:prstGeom>
          <a:solidFill>
            <a:srgbClr val="FF0000"/>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16" name="TextBox 15">
            <a:extLst>
              <a:ext uri="{FF2B5EF4-FFF2-40B4-BE49-F238E27FC236}">
                <a16:creationId xmlns:a16="http://schemas.microsoft.com/office/drawing/2014/main" id="{3D188080-FA5D-5599-D605-51F0187A3989}"/>
              </a:ext>
            </a:extLst>
          </p:cNvPr>
          <p:cNvSpPr txBox="1"/>
          <p:nvPr/>
        </p:nvSpPr>
        <p:spPr>
          <a:xfrm>
            <a:off x="6855544" y="3031469"/>
            <a:ext cx="632778" cy="307777"/>
          </a:xfrm>
          <a:prstGeom prst="rect">
            <a:avLst/>
          </a:prstGeom>
          <a:noFill/>
        </p:spPr>
        <p:txBody>
          <a:bodyPr wrap="square" rtlCol="0">
            <a:spAutoFit/>
          </a:bodyPr>
          <a:lstStyle/>
          <a:p>
            <a:pPr algn="ctr" eaLnBrk="0" fontAlgn="base" hangingPunct="0">
              <a:spcBef>
                <a:spcPct val="0"/>
              </a:spcBef>
              <a:spcAft>
                <a:spcPct val="0"/>
              </a:spcAft>
            </a:pPr>
            <a:r>
              <a:rPr lang="en-US" sz="1400" dirty="0">
                <a:solidFill>
                  <a:srgbClr val="323265"/>
                </a:solidFill>
                <a:cs typeface="Arial" pitchFamily="34" charset="0"/>
              </a:rPr>
              <a:t>PIO</a:t>
            </a:r>
          </a:p>
        </p:txBody>
      </p:sp>
      <p:sp>
        <p:nvSpPr>
          <p:cNvPr id="17" name="Gleichschenkliges Dreieck 88">
            <a:extLst>
              <a:ext uri="{FF2B5EF4-FFF2-40B4-BE49-F238E27FC236}">
                <a16:creationId xmlns:a16="http://schemas.microsoft.com/office/drawing/2014/main" id="{3E08575E-A1BB-4A8A-562A-57BA5CF88F92}"/>
              </a:ext>
            </a:extLst>
          </p:cNvPr>
          <p:cNvSpPr/>
          <p:nvPr/>
        </p:nvSpPr>
        <p:spPr>
          <a:xfrm rot="10800000">
            <a:off x="5220607" y="3104341"/>
            <a:ext cx="192579" cy="141947"/>
          </a:xfrm>
          <a:prstGeom prst="triangle">
            <a:avLst/>
          </a:prstGeom>
          <a:solidFill>
            <a:srgbClr val="DC006B">
              <a:lumMod val="60000"/>
              <a:lumOff val="40000"/>
            </a:srgbClr>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18" name="TextBox 17">
            <a:extLst>
              <a:ext uri="{FF2B5EF4-FFF2-40B4-BE49-F238E27FC236}">
                <a16:creationId xmlns:a16="http://schemas.microsoft.com/office/drawing/2014/main" id="{60F044DF-5229-4D50-FB37-6F402B1AB7A1}"/>
              </a:ext>
            </a:extLst>
          </p:cNvPr>
          <p:cNvSpPr txBox="1"/>
          <p:nvPr/>
        </p:nvSpPr>
        <p:spPr>
          <a:xfrm>
            <a:off x="5000508" y="2821453"/>
            <a:ext cx="632778" cy="33855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HW delivery</a:t>
            </a:r>
          </a:p>
        </p:txBody>
      </p:sp>
      <p:sp>
        <p:nvSpPr>
          <p:cNvPr id="19" name="Rechteck 78">
            <a:extLst>
              <a:ext uri="{FF2B5EF4-FFF2-40B4-BE49-F238E27FC236}">
                <a16:creationId xmlns:a16="http://schemas.microsoft.com/office/drawing/2014/main" id="{0C1A2867-091E-A005-C206-3845ADDAD9A3}"/>
              </a:ext>
            </a:extLst>
          </p:cNvPr>
          <p:cNvSpPr/>
          <p:nvPr/>
        </p:nvSpPr>
        <p:spPr>
          <a:xfrm>
            <a:off x="4468003" y="4197343"/>
            <a:ext cx="979639" cy="196568"/>
          </a:xfrm>
          <a:prstGeom prst="rect">
            <a:avLst/>
          </a:prstGeom>
          <a:solidFill>
            <a:srgbClr val="333366">
              <a:lumMod val="60000"/>
              <a:lumOff val="4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WS2. Design</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20" name="Rechteck 78">
            <a:extLst>
              <a:ext uri="{FF2B5EF4-FFF2-40B4-BE49-F238E27FC236}">
                <a16:creationId xmlns:a16="http://schemas.microsoft.com/office/drawing/2014/main" id="{8D373383-472C-E639-39FC-2A0DFBE08242}"/>
              </a:ext>
            </a:extLst>
          </p:cNvPr>
          <p:cNvSpPr/>
          <p:nvPr/>
        </p:nvSpPr>
        <p:spPr>
          <a:xfrm>
            <a:off x="4531546" y="4435741"/>
            <a:ext cx="1181749" cy="196568"/>
          </a:xfrm>
          <a:prstGeom prst="rect">
            <a:avLst/>
          </a:prstGeom>
          <a:solidFill>
            <a:srgbClr val="5DBFD4">
              <a:lumMod val="75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WS2.3 Data </a:t>
            </a:r>
            <a:r>
              <a:rPr kumimoji="0" lang="de-DE" sz="1000" b="1" i="0" u="none" strike="noStrike" kern="0" cap="none" spc="0" normalizeH="0" baseline="0" noProof="0" dirty="0" err="1">
                <a:ln>
                  <a:noFill/>
                </a:ln>
                <a:solidFill>
                  <a:srgbClr val="FFFFFF"/>
                </a:solidFill>
                <a:effectLst/>
                <a:uLnTx/>
                <a:uFillTx/>
                <a:latin typeface="Century Gothic"/>
                <a:ea typeface="+mn-ea"/>
                <a:cs typeface="+mn-cs"/>
              </a:rPr>
              <a:t>Prep</a:t>
            </a:r>
            <a:r>
              <a:rPr kumimoji="0" lang="de-DE" sz="1000" b="1" i="0" u="none" strike="noStrike" kern="0" cap="none" spc="0" normalizeH="0" baseline="0" noProof="0" dirty="0">
                <a:ln>
                  <a:noFill/>
                </a:ln>
                <a:solidFill>
                  <a:srgbClr val="FFFFFF"/>
                </a:solidFill>
                <a:effectLst/>
                <a:uLnTx/>
                <a:uFillTx/>
                <a:latin typeface="Century Gothic"/>
                <a:ea typeface="+mn-ea"/>
                <a:cs typeface="+mn-cs"/>
              </a:rPr>
              <a:t> I.</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21" name="Rechteck 78">
            <a:extLst>
              <a:ext uri="{FF2B5EF4-FFF2-40B4-BE49-F238E27FC236}">
                <a16:creationId xmlns:a16="http://schemas.microsoft.com/office/drawing/2014/main" id="{828E6E47-4C96-0754-0890-3A32C2809C14}"/>
              </a:ext>
            </a:extLst>
          </p:cNvPr>
          <p:cNvSpPr/>
          <p:nvPr/>
        </p:nvSpPr>
        <p:spPr>
          <a:xfrm>
            <a:off x="5220607" y="4877045"/>
            <a:ext cx="673065" cy="196568"/>
          </a:xfrm>
          <a:prstGeom prst="rect">
            <a:avLst/>
          </a:prstGeom>
          <a:solidFill>
            <a:srgbClr val="FFFF00"/>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Lab Test I.</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22" name="Rechteck 78">
            <a:extLst>
              <a:ext uri="{FF2B5EF4-FFF2-40B4-BE49-F238E27FC236}">
                <a16:creationId xmlns:a16="http://schemas.microsoft.com/office/drawing/2014/main" id="{D26ADF69-4FD7-8733-A840-9D032DCB8530}"/>
              </a:ext>
            </a:extLst>
          </p:cNvPr>
          <p:cNvSpPr/>
          <p:nvPr/>
        </p:nvSpPr>
        <p:spPr>
          <a:xfrm>
            <a:off x="7171933" y="5252824"/>
            <a:ext cx="504000" cy="180763"/>
          </a:xfrm>
          <a:prstGeom prst="rect">
            <a:avLst/>
          </a:prstGeom>
          <a:solidFill>
            <a:srgbClr val="FFFF00"/>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LOCO </a:t>
            </a:r>
            <a:r>
              <a:rPr lang="de-DE" sz="1000" b="1" kern="0" dirty="0">
                <a:solidFill>
                  <a:srgbClr val="505050">
                    <a:lumMod val="50000"/>
                  </a:srgbClr>
                </a:solidFill>
                <a:latin typeface="Century Gothic"/>
              </a:rPr>
              <a:t>T</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23" name="Rechteck 78">
            <a:extLst>
              <a:ext uri="{FF2B5EF4-FFF2-40B4-BE49-F238E27FC236}">
                <a16:creationId xmlns:a16="http://schemas.microsoft.com/office/drawing/2014/main" id="{3C6C9F73-E6C9-9CB8-06E6-EE7F6A6EA749}"/>
              </a:ext>
            </a:extLst>
          </p:cNvPr>
          <p:cNvSpPr/>
          <p:nvPr/>
        </p:nvSpPr>
        <p:spPr>
          <a:xfrm>
            <a:off x="6748039" y="5465084"/>
            <a:ext cx="1221767" cy="201087"/>
          </a:xfrm>
          <a:prstGeom prst="rect">
            <a:avLst/>
          </a:prstGeom>
          <a:solidFill>
            <a:srgbClr val="969696">
              <a:lumMod val="60000"/>
              <a:lumOff val="4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WS4. Validation</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24" name="Rechteck 78">
            <a:extLst>
              <a:ext uri="{FF2B5EF4-FFF2-40B4-BE49-F238E27FC236}">
                <a16:creationId xmlns:a16="http://schemas.microsoft.com/office/drawing/2014/main" id="{3BF69EC9-14B7-C99A-EFC2-5FBD8DB864BB}"/>
              </a:ext>
            </a:extLst>
          </p:cNvPr>
          <p:cNvSpPr/>
          <p:nvPr/>
        </p:nvSpPr>
        <p:spPr>
          <a:xfrm>
            <a:off x="6882114" y="5686484"/>
            <a:ext cx="1245932" cy="196568"/>
          </a:xfrm>
          <a:prstGeom prst="rect">
            <a:avLst/>
          </a:prstGeom>
          <a:solidFill>
            <a:srgbClr val="DC006B">
              <a:lumMod val="75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WS4. </a:t>
            </a:r>
            <a:r>
              <a:rPr kumimoji="0" lang="de-DE" sz="1000" b="1" i="0" u="none" strike="noStrike" kern="0" cap="none" spc="0" normalizeH="0" baseline="0" noProof="0" dirty="0" err="1">
                <a:ln>
                  <a:noFill/>
                </a:ln>
                <a:solidFill>
                  <a:srgbClr val="FFFFFF"/>
                </a:solidFill>
                <a:effectLst/>
                <a:uLnTx/>
                <a:uFillTx/>
                <a:latin typeface="Century Gothic"/>
                <a:ea typeface="+mn-ea"/>
                <a:cs typeface="+mn-cs"/>
              </a:rPr>
              <a:t>Specific</a:t>
            </a:r>
            <a:r>
              <a:rPr kumimoji="0" lang="de-DE" sz="1000" b="1" i="0" u="none" strike="noStrike" kern="0" cap="none" spc="0" normalizeH="0" baseline="0" noProof="0" dirty="0">
                <a:ln>
                  <a:noFill/>
                </a:ln>
                <a:solidFill>
                  <a:srgbClr val="FFFFFF"/>
                </a:solidFill>
                <a:effectLst/>
                <a:uLnTx/>
                <a:uFillTx/>
                <a:latin typeface="Century Gothic"/>
                <a:ea typeface="+mn-ea"/>
                <a:cs typeface="+mn-cs"/>
              </a:rPr>
              <a:t> SC</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25" name="Gleichschenkliges Dreieck 88">
            <a:extLst>
              <a:ext uri="{FF2B5EF4-FFF2-40B4-BE49-F238E27FC236}">
                <a16:creationId xmlns:a16="http://schemas.microsoft.com/office/drawing/2014/main" id="{D451E8B4-0F85-95D7-8BD7-4855416D62F7}"/>
              </a:ext>
            </a:extLst>
          </p:cNvPr>
          <p:cNvSpPr/>
          <p:nvPr/>
        </p:nvSpPr>
        <p:spPr>
          <a:xfrm rot="10800000">
            <a:off x="8270320" y="5703757"/>
            <a:ext cx="192579" cy="141947"/>
          </a:xfrm>
          <a:prstGeom prst="triangle">
            <a:avLst/>
          </a:prstGeom>
          <a:solidFill>
            <a:srgbClr val="FF0000"/>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26" name="TextBox 25">
            <a:extLst>
              <a:ext uri="{FF2B5EF4-FFF2-40B4-BE49-F238E27FC236}">
                <a16:creationId xmlns:a16="http://schemas.microsoft.com/office/drawing/2014/main" id="{13D47970-309D-2B6F-5A83-E1896C4C2A7D}"/>
              </a:ext>
            </a:extLst>
          </p:cNvPr>
          <p:cNvSpPr txBox="1"/>
          <p:nvPr/>
        </p:nvSpPr>
        <p:spPr>
          <a:xfrm>
            <a:off x="8035027" y="5457716"/>
            <a:ext cx="632778" cy="307777"/>
          </a:xfrm>
          <a:prstGeom prst="rect">
            <a:avLst/>
          </a:prstGeom>
          <a:noFill/>
        </p:spPr>
        <p:txBody>
          <a:bodyPr wrap="square" rtlCol="0">
            <a:spAutoFit/>
          </a:bodyPr>
          <a:lstStyle/>
          <a:p>
            <a:pPr algn="ctr" eaLnBrk="0" fontAlgn="base" hangingPunct="0">
              <a:spcBef>
                <a:spcPct val="0"/>
              </a:spcBef>
              <a:spcAft>
                <a:spcPct val="0"/>
              </a:spcAft>
            </a:pPr>
            <a:r>
              <a:rPr lang="en-US" sz="1400" dirty="0">
                <a:solidFill>
                  <a:srgbClr val="323265"/>
                </a:solidFill>
                <a:cs typeface="Arial" pitchFamily="34" charset="0"/>
              </a:rPr>
              <a:t>PIO</a:t>
            </a:r>
          </a:p>
        </p:txBody>
      </p:sp>
      <p:sp>
        <p:nvSpPr>
          <p:cNvPr id="27" name="Rechteck 78">
            <a:extLst>
              <a:ext uri="{FF2B5EF4-FFF2-40B4-BE49-F238E27FC236}">
                <a16:creationId xmlns:a16="http://schemas.microsoft.com/office/drawing/2014/main" id="{B2C51F6B-747F-34A8-3C4C-ABC120BD9F3A}"/>
              </a:ext>
            </a:extLst>
          </p:cNvPr>
          <p:cNvSpPr/>
          <p:nvPr/>
        </p:nvSpPr>
        <p:spPr>
          <a:xfrm>
            <a:off x="4710376" y="4652952"/>
            <a:ext cx="1156791" cy="196568"/>
          </a:xfrm>
          <a:prstGeom prst="rect">
            <a:avLst/>
          </a:prstGeom>
          <a:solidFill>
            <a:srgbClr val="5491A0">
              <a:lumMod val="40000"/>
              <a:lumOff val="6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WS4. DP </a:t>
            </a:r>
            <a:r>
              <a:rPr kumimoji="0" lang="de-DE" sz="1000" b="1" i="0" u="none" strike="noStrike" kern="0" cap="none" spc="0" normalizeH="0" baseline="0" noProof="0" dirty="0" err="1">
                <a:ln>
                  <a:noFill/>
                </a:ln>
                <a:solidFill>
                  <a:srgbClr val="505050">
                    <a:lumMod val="50000"/>
                  </a:srgbClr>
                </a:solidFill>
                <a:effectLst/>
                <a:uLnTx/>
                <a:uFillTx/>
                <a:latin typeface="Century Gothic"/>
                <a:ea typeface="+mn-ea"/>
                <a:cs typeface="+mn-cs"/>
              </a:rPr>
              <a:t>Verif</a:t>
            </a: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 I.</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28" name="Rechteck 78">
            <a:extLst>
              <a:ext uri="{FF2B5EF4-FFF2-40B4-BE49-F238E27FC236}">
                <a16:creationId xmlns:a16="http://schemas.microsoft.com/office/drawing/2014/main" id="{7190EDFE-FD02-CF20-A0EC-D61DE5A49A7E}"/>
              </a:ext>
            </a:extLst>
          </p:cNvPr>
          <p:cNvSpPr/>
          <p:nvPr/>
        </p:nvSpPr>
        <p:spPr>
          <a:xfrm>
            <a:off x="6709181" y="5247855"/>
            <a:ext cx="425176" cy="201087"/>
          </a:xfrm>
          <a:prstGeom prst="rect">
            <a:avLst/>
          </a:prstGeom>
          <a:solidFill>
            <a:srgbClr val="333366">
              <a:lumMod val="60000"/>
              <a:lumOff val="4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hu-HU" sz="1000" b="1" i="0" u="none" strike="noStrike" kern="0" cap="none" spc="0" normalizeH="0" baseline="0" noProof="0" dirty="0">
                <a:ln>
                  <a:noFill/>
                </a:ln>
                <a:solidFill>
                  <a:srgbClr val="FFFFFF"/>
                </a:solidFill>
                <a:effectLst/>
                <a:uLnTx/>
                <a:uFillTx/>
                <a:latin typeface="Century Gothic"/>
                <a:ea typeface="+mn-ea"/>
                <a:cs typeface="+mn-cs"/>
              </a:rPr>
              <a:t>Install</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29" name="Rechteck 78">
            <a:extLst>
              <a:ext uri="{FF2B5EF4-FFF2-40B4-BE49-F238E27FC236}">
                <a16:creationId xmlns:a16="http://schemas.microsoft.com/office/drawing/2014/main" id="{68F88C3B-F0C1-77C2-AF1D-7AB402D473AF}"/>
              </a:ext>
            </a:extLst>
          </p:cNvPr>
          <p:cNvSpPr/>
          <p:nvPr/>
        </p:nvSpPr>
        <p:spPr>
          <a:xfrm>
            <a:off x="6113659" y="4877045"/>
            <a:ext cx="897937" cy="196568"/>
          </a:xfrm>
          <a:prstGeom prst="rect">
            <a:avLst/>
          </a:prstGeom>
          <a:solidFill>
            <a:srgbClr val="FFFF00"/>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Lab Test II.</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30" name="Rechteck 78">
            <a:extLst>
              <a:ext uri="{FF2B5EF4-FFF2-40B4-BE49-F238E27FC236}">
                <a16:creationId xmlns:a16="http://schemas.microsoft.com/office/drawing/2014/main" id="{0F53B890-82E1-16C9-CB18-88E2CD6698A7}"/>
              </a:ext>
            </a:extLst>
          </p:cNvPr>
          <p:cNvSpPr/>
          <p:nvPr/>
        </p:nvSpPr>
        <p:spPr>
          <a:xfrm>
            <a:off x="5880748" y="4654040"/>
            <a:ext cx="1143652" cy="196568"/>
          </a:xfrm>
          <a:prstGeom prst="rect">
            <a:avLst/>
          </a:prstGeom>
          <a:solidFill>
            <a:srgbClr val="5491A0">
              <a:lumMod val="40000"/>
              <a:lumOff val="6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WS4. DP </a:t>
            </a:r>
            <a:r>
              <a:rPr kumimoji="0" lang="de-DE" sz="1000" b="1" i="0" u="none" strike="noStrike" kern="0" cap="none" spc="0" normalizeH="0" baseline="0" noProof="0" dirty="0" err="1">
                <a:ln>
                  <a:noFill/>
                </a:ln>
                <a:solidFill>
                  <a:srgbClr val="505050">
                    <a:lumMod val="50000"/>
                  </a:srgbClr>
                </a:solidFill>
                <a:effectLst/>
                <a:uLnTx/>
                <a:uFillTx/>
                <a:latin typeface="Century Gothic"/>
                <a:ea typeface="+mn-ea"/>
                <a:cs typeface="+mn-cs"/>
              </a:rPr>
              <a:t>Verif</a:t>
            </a: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 II.</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31" name="Rechteck 78">
            <a:extLst>
              <a:ext uri="{FF2B5EF4-FFF2-40B4-BE49-F238E27FC236}">
                <a16:creationId xmlns:a16="http://schemas.microsoft.com/office/drawing/2014/main" id="{498A4080-7401-802F-5B27-4F9745233DFE}"/>
              </a:ext>
            </a:extLst>
          </p:cNvPr>
          <p:cNvSpPr/>
          <p:nvPr/>
        </p:nvSpPr>
        <p:spPr>
          <a:xfrm>
            <a:off x="5720012" y="4431035"/>
            <a:ext cx="1181748" cy="196568"/>
          </a:xfrm>
          <a:prstGeom prst="rect">
            <a:avLst/>
          </a:prstGeom>
          <a:solidFill>
            <a:srgbClr val="5DBFD4">
              <a:lumMod val="75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WS2.3 Data </a:t>
            </a:r>
            <a:r>
              <a:rPr kumimoji="0" lang="de-DE" sz="1000" b="1" i="0" u="none" strike="noStrike" kern="0" cap="none" spc="0" normalizeH="0" baseline="0" noProof="0" dirty="0" err="1">
                <a:ln>
                  <a:noFill/>
                </a:ln>
                <a:solidFill>
                  <a:srgbClr val="FFFFFF"/>
                </a:solidFill>
                <a:effectLst/>
                <a:uLnTx/>
                <a:uFillTx/>
                <a:latin typeface="Century Gothic"/>
                <a:ea typeface="+mn-ea"/>
                <a:cs typeface="+mn-cs"/>
              </a:rPr>
              <a:t>Prep</a:t>
            </a:r>
            <a:r>
              <a:rPr kumimoji="0" lang="de-DE" sz="1000" b="1" i="0" u="none" strike="noStrike" kern="0" cap="none" spc="0" normalizeH="0" baseline="0" noProof="0" dirty="0">
                <a:ln>
                  <a:noFill/>
                </a:ln>
                <a:solidFill>
                  <a:srgbClr val="FFFFFF"/>
                </a:solidFill>
                <a:effectLst/>
                <a:uLnTx/>
                <a:uFillTx/>
                <a:latin typeface="Century Gothic"/>
                <a:ea typeface="+mn-ea"/>
                <a:cs typeface="+mn-cs"/>
              </a:rPr>
              <a:t> II.</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32" name="Rechteck 78">
            <a:extLst>
              <a:ext uri="{FF2B5EF4-FFF2-40B4-BE49-F238E27FC236}">
                <a16:creationId xmlns:a16="http://schemas.microsoft.com/office/drawing/2014/main" id="{7314C39F-894B-40CB-E0B3-7293D6F97E9B}"/>
              </a:ext>
            </a:extLst>
          </p:cNvPr>
          <p:cNvSpPr/>
          <p:nvPr/>
        </p:nvSpPr>
        <p:spPr>
          <a:xfrm>
            <a:off x="7449594" y="5908698"/>
            <a:ext cx="900000" cy="196568"/>
          </a:xfrm>
          <a:prstGeom prst="rect">
            <a:avLst/>
          </a:prstGeom>
          <a:solidFill>
            <a:srgbClr val="B6B954"/>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Assessment</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cxnSp>
        <p:nvCxnSpPr>
          <p:cNvPr id="33" name="Straight Arrow Connector 32">
            <a:extLst>
              <a:ext uri="{FF2B5EF4-FFF2-40B4-BE49-F238E27FC236}">
                <a16:creationId xmlns:a16="http://schemas.microsoft.com/office/drawing/2014/main" id="{8F7EA6D5-1B0A-4DFC-48CB-F188686949C7}"/>
              </a:ext>
            </a:extLst>
          </p:cNvPr>
          <p:cNvCxnSpPr>
            <a:stCxn id="5" idx="1"/>
            <a:endCxn id="17" idx="5"/>
          </p:cNvCxnSpPr>
          <p:nvPr/>
        </p:nvCxnSpPr>
        <p:spPr>
          <a:xfrm>
            <a:off x="4284494" y="3175314"/>
            <a:ext cx="984258" cy="0"/>
          </a:xfrm>
          <a:prstGeom prst="straightConnector1">
            <a:avLst/>
          </a:prstGeom>
          <a:noFill/>
          <a:ln w="9525" cap="flat" cmpd="sng" algn="ctr">
            <a:solidFill>
              <a:srgbClr val="5DBFD4"/>
            </a:solidFill>
            <a:prstDash val="dash"/>
            <a:tailEnd type="triangle"/>
          </a:ln>
          <a:effectLst/>
        </p:spPr>
      </p:cxnSp>
      <p:sp>
        <p:nvSpPr>
          <p:cNvPr id="34" name="Gleichschenkliges Dreieck 88">
            <a:extLst>
              <a:ext uri="{FF2B5EF4-FFF2-40B4-BE49-F238E27FC236}">
                <a16:creationId xmlns:a16="http://schemas.microsoft.com/office/drawing/2014/main" id="{8E7116BD-66D0-0400-6A7C-5711C32789AF}"/>
              </a:ext>
            </a:extLst>
          </p:cNvPr>
          <p:cNvSpPr/>
          <p:nvPr/>
        </p:nvSpPr>
        <p:spPr>
          <a:xfrm rot="10800000">
            <a:off x="7001391" y="4886258"/>
            <a:ext cx="192579" cy="141947"/>
          </a:xfrm>
          <a:prstGeom prst="triangle">
            <a:avLst/>
          </a:prstGeom>
          <a:solidFill>
            <a:srgbClr val="FF0000"/>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35" name="TextBox 34">
            <a:extLst>
              <a:ext uri="{FF2B5EF4-FFF2-40B4-BE49-F238E27FC236}">
                <a16:creationId xmlns:a16="http://schemas.microsoft.com/office/drawing/2014/main" id="{0F441E1A-E89F-E193-5EFB-FCE7E22D6C88}"/>
              </a:ext>
            </a:extLst>
          </p:cNvPr>
          <p:cNvSpPr txBox="1"/>
          <p:nvPr/>
        </p:nvSpPr>
        <p:spPr>
          <a:xfrm>
            <a:off x="8188882" y="4699652"/>
            <a:ext cx="880188" cy="400110"/>
          </a:xfrm>
          <a:prstGeom prst="rect">
            <a:avLst/>
          </a:prstGeom>
          <a:noFill/>
        </p:spPr>
        <p:txBody>
          <a:bodyPr wrap="square" rtlCol="0">
            <a:spAutoFit/>
          </a:bodyPr>
          <a:lstStyle/>
          <a:p>
            <a:pPr algn="ctr" eaLnBrk="0" fontAlgn="base" hangingPunct="0">
              <a:spcBef>
                <a:spcPct val="0"/>
              </a:spcBef>
              <a:spcAft>
                <a:spcPct val="0"/>
              </a:spcAft>
            </a:pPr>
            <a:r>
              <a:rPr lang="en-US" sz="1000" dirty="0">
                <a:solidFill>
                  <a:srgbClr val="323265"/>
                </a:solidFill>
                <a:cs typeface="Arial" pitchFamily="34" charset="0"/>
              </a:rPr>
              <a:t>SW Acceptance</a:t>
            </a:r>
          </a:p>
        </p:txBody>
      </p:sp>
      <p:cxnSp>
        <p:nvCxnSpPr>
          <p:cNvPr id="36" name="Straight Arrow Connector 35">
            <a:extLst>
              <a:ext uri="{FF2B5EF4-FFF2-40B4-BE49-F238E27FC236}">
                <a16:creationId xmlns:a16="http://schemas.microsoft.com/office/drawing/2014/main" id="{E3AD28C0-79AE-6649-7503-AF7000C18ED7}"/>
              </a:ext>
            </a:extLst>
          </p:cNvPr>
          <p:cNvCxnSpPr>
            <a:cxnSpLocks/>
            <a:endCxn id="34" idx="2"/>
          </p:cNvCxnSpPr>
          <p:nvPr/>
        </p:nvCxnSpPr>
        <p:spPr>
          <a:xfrm flipH="1">
            <a:off x="7193970" y="4883290"/>
            <a:ext cx="967750" cy="2968"/>
          </a:xfrm>
          <a:prstGeom prst="straightConnector1">
            <a:avLst/>
          </a:prstGeom>
          <a:noFill/>
          <a:ln w="9525" cap="flat" cmpd="sng" algn="ctr">
            <a:solidFill>
              <a:srgbClr val="5DBFD4"/>
            </a:solidFill>
            <a:prstDash val="dash"/>
            <a:tailEnd type="triangle"/>
          </a:ln>
          <a:effectLst/>
        </p:spPr>
      </p:cxnSp>
      <p:sp>
        <p:nvSpPr>
          <p:cNvPr id="37" name="Gleichschenkliges Dreieck 88">
            <a:extLst>
              <a:ext uri="{FF2B5EF4-FFF2-40B4-BE49-F238E27FC236}">
                <a16:creationId xmlns:a16="http://schemas.microsoft.com/office/drawing/2014/main" id="{BEFBBB48-1304-A682-B7F1-FE93BB13B0D7}"/>
              </a:ext>
            </a:extLst>
          </p:cNvPr>
          <p:cNvSpPr/>
          <p:nvPr/>
        </p:nvSpPr>
        <p:spPr>
          <a:xfrm rot="10800000">
            <a:off x="4140060" y="1717131"/>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38" name="TextBox 37">
            <a:extLst>
              <a:ext uri="{FF2B5EF4-FFF2-40B4-BE49-F238E27FC236}">
                <a16:creationId xmlns:a16="http://schemas.microsoft.com/office/drawing/2014/main" id="{2E834EB9-A44E-38C1-1737-0EF0CCEFD4DC}"/>
              </a:ext>
            </a:extLst>
          </p:cNvPr>
          <p:cNvSpPr txBox="1"/>
          <p:nvPr/>
        </p:nvSpPr>
        <p:spPr>
          <a:xfrm>
            <a:off x="3900750" y="1560033"/>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SOR</a:t>
            </a:r>
          </a:p>
        </p:txBody>
      </p:sp>
      <p:sp>
        <p:nvSpPr>
          <p:cNvPr id="39" name="TextBox 38">
            <a:extLst>
              <a:ext uri="{FF2B5EF4-FFF2-40B4-BE49-F238E27FC236}">
                <a16:creationId xmlns:a16="http://schemas.microsoft.com/office/drawing/2014/main" id="{6B3648F5-00E0-B008-8A44-B9EECCCDB28D}"/>
              </a:ext>
            </a:extLst>
          </p:cNvPr>
          <p:cNvSpPr txBox="1"/>
          <p:nvPr/>
        </p:nvSpPr>
        <p:spPr>
          <a:xfrm>
            <a:off x="4678692" y="1570045"/>
            <a:ext cx="752978" cy="215444"/>
          </a:xfrm>
          <a:prstGeom prst="rect">
            <a:avLst/>
          </a:prstGeom>
          <a:noFill/>
        </p:spPr>
        <p:txBody>
          <a:bodyPr wrap="square" rtlCol="0">
            <a:spAutoFit/>
          </a:bodyPr>
          <a:lstStyle/>
          <a:p>
            <a:pPr algn="ctr" eaLnBrk="0" fontAlgn="base" hangingPunct="0">
              <a:spcBef>
                <a:spcPct val="0"/>
              </a:spcBef>
              <a:spcAft>
                <a:spcPct val="0"/>
              </a:spcAft>
            </a:pPr>
            <a:r>
              <a:rPr lang="hu-HU" sz="800" dirty="0">
                <a:solidFill>
                  <a:srgbClr val="323265"/>
                </a:solidFill>
                <a:cs typeface="Arial" pitchFamily="34" charset="0"/>
              </a:rPr>
              <a:t>PDR/</a:t>
            </a:r>
            <a:r>
              <a:rPr lang="en-US" sz="800" dirty="0">
                <a:solidFill>
                  <a:srgbClr val="323265"/>
                </a:solidFill>
                <a:cs typeface="Arial" pitchFamily="34" charset="0"/>
              </a:rPr>
              <a:t>CDR</a:t>
            </a:r>
          </a:p>
        </p:txBody>
      </p:sp>
      <p:sp>
        <p:nvSpPr>
          <p:cNvPr id="40" name="Gleichschenkliges Dreieck 88">
            <a:extLst>
              <a:ext uri="{FF2B5EF4-FFF2-40B4-BE49-F238E27FC236}">
                <a16:creationId xmlns:a16="http://schemas.microsoft.com/office/drawing/2014/main" id="{3F97AE66-0007-44F9-0FFA-C12FFB63AE04}"/>
              </a:ext>
            </a:extLst>
          </p:cNvPr>
          <p:cNvSpPr/>
          <p:nvPr/>
        </p:nvSpPr>
        <p:spPr>
          <a:xfrm rot="10800000">
            <a:off x="5012459" y="1735129"/>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41" name="TextBox 40">
            <a:extLst>
              <a:ext uri="{FF2B5EF4-FFF2-40B4-BE49-F238E27FC236}">
                <a16:creationId xmlns:a16="http://schemas.microsoft.com/office/drawing/2014/main" id="{6C53BC60-A4CA-3EE8-EDFD-B728743EC71C}"/>
              </a:ext>
            </a:extLst>
          </p:cNvPr>
          <p:cNvSpPr txBox="1"/>
          <p:nvPr/>
        </p:nvSpPr>
        <p:spPr>
          <a:xfrm>
            <a:off x="5132775" y="1567581"/>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TRR</a:t>
            </a:r>
          </a:p>
        </p:txBody>
      </p:sp>
      <p:sp>
        <p:nvSpPr>
          <p:cNvPr id="42" name="Gleichschenkliges Dreieck 88">
            <a:extLst>
              <a:ext uri="{FF2B5EF4-FFF2-40B4-BE49-F238E27FC236}">
                <a16:creationId xmlns:a16="http://schemas.microsoft.com/office/drawing/2014/main" id="{31241A27-070A-071E-F8B8-9871791E8773}"/>
              </a:ext>
            </a:extLst>
          </p:cNvPr>
          <p:cNvSpPr/>
          <p:nvPr/>
        </p:nvSpPr>
        <p:spPr>
          <a:xfrm rot="10800000">
            <a:off x="5330630" y="1721807"/>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43" name="TextBox 42">
            <a:extLst>
              <a:ext uri="{FF2B5EF4-FFF2-40B4-BE49-F238E27FC236}">
                <a16:creationId xmlns:a16="http://schemas.microsoft.com/office/drawing/2014/main" id="{69F87BE8-F088-5876-54E1-E68E5DC036AF}"/>
              </a:ext>
            </a:extLst>
          </p:cNvPr>
          <p:cNvSpPr txBox="1"/>
          <p:nvPr/>
        </p:nvSpPr>
        <p:spPr>
          <a:xfrm>
            <a:off x="6473480" y="1564421"/>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TQR1</a:t>
            </a:r>
          </a:p>
        </p:txBody>
      </p:sp>
      <p:sp>
        <p:nvSpPr>
          <p:cNvPr id="44" name="Gleichschenkliges Dreieck 88">
            <a:extLst>
              <a:ext uri="{FF2B5EF4-FFF2-40B4-BE49-F238E27FC236}">
                <a16:creationId xmlns:a16="http://schemas.microsoft.com/office/drawing/2014/main" id="{5B58B7CC-CBC5-4528-B3C2-7B8F9AC3630A}"/>
              </a:ext>
            </a:extLst>
          </p:cNvPr>
          <p:cNvSpPr/>
          <p:nvPr/>
        </p:nvSpPr>
        <p:spPr>
          <a:xfrm rot="10800000">
            <a:off x="6709181" y="1740915"/>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45" name="TextBox 44">
            <a:extLst>
              <a:ext uri="{FF2B5EF4-FFF2-40B4-BE49-F238E27FC236}">
                <a16:creationId xmlns:a16="http://schemas.microsoft.com/office/drawing/2014/main" id="{C7D71D3B-7939-3331-D77D-CFAED97AAC4A}"/>
              </a:ext>
            </a:extLst>
          </p:cNvPr>
          <p:cNvSpPr txBox="1"/>
          <p:nvPr/>
        </p:nvSpPr>
        <p:spPr>
          <a:xfrm>
            <a:off x="7070939" y="1560033"/>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FQR</a:t>
            </a:r>
          </a:p>
        </p:txBody>
      </p:sp>
      <p:sp>
        <p:nvSpPr>
          <p:cNvPr id="46" name="Gleichschenkliges Dreieck 88">
            <a:extLst>
              <a:ext uri="{FF2B5EF4-FFF2-40B4-BE49-F238E27FC236}">
                <a16:creationId xmlns:a16="http://schemas.microsoft.com/office/drawing/2014/main" id="{A93DE461-244E-B2CE-55A6-679E0A2CE8BB}"/>
              </a:ext>
            </a:extLst>
          </p:cNvPr>
          <p:cNvSpPr/>
          <p:nvPr/>
        </p:nvSpPr>
        <p:spPr>
          <a:xfrm rot="10800000">
            <a:off x="7275437" y="1735944"/>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47" name="TextBox 46">
            <a:extLst>
              <a:ext uri="{FF2B5EF4-FFF2-40B4-BE49-F238E27FC236}">
                <a16:creationId xmlns:a16="http://schemas.microsoft.com/office/drawing/2014/main" id="{0ADFDB2F-6002-5C1F-FB91-B3860A0E9891}"/>
              </a:ext>
            </a:extLst>
          </p:cNvPr>
          <p:cNvSpPr txBox="1"/>
          <p:nvPr/>
        </p:nvSpPr>
        <p:spPr>
          <a:xfrm>
            <a:off x="8052813" y="1574174"/>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AR</a:t>
            </a:r>
          </a:p>
        </p:txBody>
      </p:sp>
      <p:sp>
        <p:nvSpPr>
          <p:cNvPr id="48" name="Gleichschenkliges Dreieck 88">
            <a:extLst>
              <a:ext uri="{FF2B5EF4-FFF2-40B4-BE49-F238E27FC236}">
                <a16:creationId xmlns:a16="http://schemas.microsoft.com/office/drawing/2014/main" id="{672833B6-A093-687A-2689-D2180790D478}"/>
              </a:ext>
            </a:extLst>
          </p:cNvPr>
          <p:cNvSpPr/>
          <p:nvPr/>
        </p:nvSpPr>
        <p:spPr>
          <a:xfrm rot="10800000">
            <a:off x="8272912" y="1742243"/>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49" name="TextBox 48">
            <a:extLst>
              <a:ext uri="{FF2B5EF4-FFF2-40B4-BE49-F238E27FC236}">
                <a16:creationId xmlns:a16="http://schemas.microsoft.com/office/drawing/2014/main" id="{3D6EDB39-D816-A7BD-9A47-49976D768D69}"/>
              </a:ext>
            </a:extLst>
          </p:cNvPr>
          <p:cNvSpPr txBox="1"/>
          <p:nvPr/>
        </p:nvSpPr>
        <p:spPr>
          <a:xfrm>
            <a:off x="6087750" y="6039880"/>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TRR</a:t>
            </a:r>
          </a:p>
        </p:txBody>
      </p:sp>
      <p:sp>
        <p:nvSpPr>
          <p:cNvPr id="50" name="Gleichschenkliges Dreieck 88">
            <a:extLst>
              <a:ext uri="{FF2B5EF4-FFF2-40B4-BE49-F238E27FC236}">
                <a16:creationId xmlns:a16="http://schemas.microsoft.com/office/drawing/2014/main" id="{5B4154BA-244E-BEE0-BC60-3532469E803B}"/>
              </a:ext>
            </a:extLst>
          </p:cNvPr>
          <p:cNvSpPr/>
          <p:nvPr/>
        </p:nvSpPr>
        <p:spPr>
          <a:xfrm rot="10800000">
            <a:off x="6307849" y="6242739"/>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51" name="TextBox 50">
            <a:extLst>
              <a:ext uri="{FF2B5EF4-FFF2-40B4-BE49-F238E27FC236}">
                <a16:creationId xmlns:a16="http://schemas.microsoft.com/office/drawing/2014/main" id="{4C2B3FDF-5611-404B-CF93-B953FDED3A09}"/>
              </a:ext>
            </a:extLst>
          </p:cNvPr>
          <p:cNvSpPr txBox="1"/>
          <p:nvPr/>
        </p:nvSpPr>
        <p:spPr>
          <a:xfrm>
            <a:off x="6907140" y="6041197"/>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TQR1</a:t>
            </a:r>
          </a:p>
        </p:txBody>
      </p:sp>
      <p:sp>
        <p:nvSpPr>
          <p:cNvPr id="52" name="Gleichschenkliges Dreieck 88">
            <a:extLst>
              <a:ext uri="{FF2B5EF4-FFF2-40B4-BE49-F238E27FC236}">
                <a16:creationId xmlns:a16="http://schemas.microsoft.com/office/drawing/2014/main" id="{A5D069AB-0FDC-ECE8-503C-2CFE6F13D28B}"/>
              </a:ext>
            </a:extLst>
          </p:cNvPr>
          <p:cNvSpPr/>
          <p:nvPr/>
        </p:nvSpPr>
        <p:spPr>
          <a:xfrm rot="10800000">
            <a:off x="7134358" y="6229573"/>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53" name="TextBox 52">
            <a:extLst>
              <a:ext uri="{FF2B5EF4-FFF2-40B4-BE49-F238E27FC236}">
                <a16:creationId xmlns:a16="http://schemas.microsoft.com/office/drawing/2014/main" id="{3AC5AD04-ED77-96F2-3B2B-DE390F10FA16}"/>
              </a:ext>
            </a:extLst>
          </p:cNvPr>
          <p:cNvSpPr txBox="1"/>
          <p:nvPr/>
        </p:nvSpPr>
        <p:spPr>
          <a:xfrm>
            <a:off x="8053030" y="6041197"/>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FQR</a:t>
            </a:r>
          </a:p>
        </p:txBody>
      </p:sp>
      <p:sp>
        <p:nvSpPr>
          <p:cNvPr id="54" name="Gleichschenkliges Dreieck 88">
            <a:extLst>
              <a:ext uri="{FF2B5EF4-FFF2-40B4-BE49-F238E27FC236}">
                <a16:creationId xmlns:a16="http://schemas.microsoft.com/office/drawing/2014/main" id="{1972F406-2904-2D9B-F171-36AF813E7D7B}"/>
              </a:ext>
            </a:extLst>
          </p:cNvPr>
          <p:cNvSpPr/>
          <p:nvPr/>
        </p:nvSpPr>
        <p:spPr>
          <a:xfrm rot="10800000">
            <a:off x="8273129" y="6210764"/>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55" name="Rechteck 78">
            <a:extLst>
              <a:ext uri="{FF2B5EF4-FFF2-40B4-BE49-F238E27FC236}">
                <a16:creationId xmlns:a16="http://schemas.microsoft.com/office/drawing/2014/main" id="{AA4871B9-B182-79D7-8CA7-5DA593B0B313}"/>
              </a:ext>
            </a:extLst>
          </p:cNvPr>
          <p:cNvSpPr/>
          <p:nvPr/>
        </p:nvSpPr>
        <p:spPr>
          <a:xfrm>
            <a:off x="5633286" y="1889095"/>
            <a:ext cx="1391114" cy="196568"/>
          </a:xfrm>
          <a:prstGeom prst="rect">
            <a:avLst/>
          </a:prstGeom>
          <a:solidFill>
            <a:srgbClr val="333366">
              <a:lumMod val="60000"/>
              <a:lumOff val="4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WS2. Solution Eng.</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56" name="Rechteck 78">
            <a:extLst>
              <a:ext uri="{FF2B5EF4-FFF2-40B4-BE49-F238E27FC236}">
                <a16:creationId xmlns:a16="http://schemas.microsoft.com/office/drawing/2014/main" id="{E419D765-4688-E107-CA62-5A614AA9E8FE}"/>
              </a:ext>
            </a:extLst>
          </p:cNvPr>
          <p:cNvSpPr/>
          <p:nvPr/>
        </p:nvSpPr>
        <p:spPr>
          <a:xfrm>
            <a:off x="5330630" y="4196223"/>
            <a:ext cx="2539845" cy="196568"/>
          </a:xfrm>
          <a:prstGeom prst="rect">
            <a:avLst/>
          </a:prstGeom>
          <a:solidFill>
            <a:srgbClr val="333366">
              <a:lumMod val="60000"/>
              <a:lumOff val="40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WS2. Solution Eng.</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57" name="Rechteck 78">
            <a:extLst>
              <a:ext uri="{FF2B5EF4-FFF2-40B4-BE49-F238E27FC236}">
                <a16:creationId xmlns:a16="http://schemas.microsoft.com/office/drawing/2014/main" id="{C75C1AED-072B-399A-A861-5FB256FDCEFF}"/>
              </a:ext>
            </a:extLst>
          </p:cNvPr>
          <p:cNvSpPr/>
          <p:nvPr/>
        </p:nvSpPr>
        <p:spPr>
          <a:xfrm>
            <a:off x="2158302" y="3955498"/>
            <a:ext cx="8795841" cy="196568"/>
          </a:xfrm>
          <a:prstGeom prst="rect">
            <a:avLst/>
          </a:prstGeom>
          <a:solidFill>
            <a:srgbClr val="FFFFFF">
              <a:lumMod val="65000"/>
            </a:srgbClr>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a:ln>
                  <a:noFill/>
                </a:ln>
                <a:solidFill>
                  <a:srgbClr val="FFFFFF"/>
                </a:solidFill>
                <a:effectLst/>
                <a:uLnTx/>
                <a:uFillTx/>
                <a:latin typeface="Century Gothic"/>
                <a:ea typeface="+mn-ea"/>
                <a:cs typeface="+mn-cs"/>
              </a:rPr>
              <a:t>WP5.   Solution   </a:t>
            </a:r>
            <a:r>
              <a:rPr kumimoji="0" lang="de-DE" sz="1000" b="1" i="0" u="none" strike="noStrike" kern="0" cap="none" spc="0" normalizeH="0" baseline="0" noProof="0" dirty="0" err="1">
                <a:ln>
                  <a:noFill/>
                </a:ln>
                <a:solidFill>
                  <a:srgbClr val="FFFFFF"/>
                </a:solidFill>
                <a:effectLst/>
                <a:uLnTx/>
                <a:uFillTx/>
                <a:latin typeface="Century Gothic"/>
                <a:ea typeface="+mn-ea"/>
                <a:cs typeface="+mn-cs"/>
              </a:rPr>
              <a:t>Deployment</a:t>
            </a:r>
            <a:r>
              <a:rPr kumimoji="0" lang="de-DE" sz="1000" b="1" i="0" u="none" strike="noStrike" kern="0" cap="none" spc="0" normalizeH="0" baseline="0" noProof="0" dirty="0">
                <a:ln>
                  <a:noFill/>
                </a:ln>
                <a:solidFill>
                  <a:srgbClr val="FFFFFF"/>
                </a:solidFill>
                <a:effectLst/>
                <a:uLnTx/>
                <a:uFillTx/>
                <a:latin typeface="Century Gothic"/>
                <a:ea typeface="+mn-ea"/>
                <a:cs typeface="+mn-cs"/>
              </a:rPr>
              <a:t>   (</a:t>
            </a:r>
            <a:r>
              <a:rPr kumimoji="0" lang="de-DE" sz="1000" b="1" i="0" u="none" strike="noStrike" kern="0" cap="none" spc="0" normalizeH="0" baseline="0" noProof="0" dirty="0" err="1">
                <a:ln>
                  <a:noFill/>
                </a:ln>
                <a:solidFill>
                  <a:srgbClr val="FFFFFF"/>
                </a:solidFill>
                <a:effectLst/>
                <a:uLnTx/>
                <a:uFillTx/>
                <a:latin typeface="Century Gothic"/>
                <a:ea typeface="+mn-ea"/>
                <a:cs typeface="+mn-cs"/>
              </a:rPr>
              <a:t>local</a:t>
            </a:r>
            <a:r>
              <a:rPr kumimoji="0" lang="de-DE" sz="1000" b="1" i="0" u="none" strike="noStrike" kern="0" cap="none" spc="0" normalizeH="0" baseline="0" noProof="0" dirty="0">
                <a:ln>
                  <a:noFill/>
                </a:ln>
                <a:solidFill>
                  <a:srgbClr val="FFFFFF"/>
                </a:solidFill>
                <a:effectLst/>
                <a:uLnTx/>
                <a:uFillTx/>
                <a:latin typeface="Century Gothic"/>
                <a:ea typeface="+mn-ea"/>
                <a:cs typeface="+mn-cs"/>
              </a:rPr>
              <a:t>)</a:t>
            </a:r>
            <a:endParaRPr kumimoji="0" lang="de-AT" sz="1000" b="1" i="0" u="none" strike="noStrike" kern="0" cap="none" spc="0" normalizeH="0" baseline="0" noProof="0" dirty="0">
              <a:ln>
                <a:noFill/>
              </a:ln>
              <a:solidFill>
                <a:srgbClr val="FFFFFF"/>
              </a:solidFill>
              <a:effectLst/>
              <a:uLnTx/>
              <a:uFillTx/>
              <a:latin typeface="Century Gothic"/>
              <a:ea typeface="+mn-ea"/>
              <a:cs typeface="+mn-cs"/>
            </a:endParaRPr>
          </a:p>
        </p:txBody>
      </p:sp>
      <p:sp>
        <p:nvSpPr>
          <p:cNvPr id="58" name="TextBox 57">
            <a:extLst>
              <a:ext uri="{FF2B5EF4-FFF2-40B4-BE49-F238E27FC236}">
                <a16:creationId xmlns:a16="http://schemas.microsoft.com/office/drawing/2014/main" id="{F7EEDD11-6161-73AC-17FC-BE44A25BDF72}"/>
              </a:ext>
            </a:extLst>
          </p:cNvPr>
          <p:cNvSpPr txBox="1"/>
          <p:nvPr/>
        </p:nvSpPr>
        <p:spPr>
          <a:xfrm>
            <a:off x="7674856" y="6042369"/>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TQR2</a:t>
            </a:r>
          </a:p>
        </p:txBody>
      </p:sp>
      <p:sp>
        <p:nvSpPr>
          <p:cNvPr id="59" name="Gleichschenkliges Dreieck 88">
            <a:extLst>
              <a:ext uri="{FF2B5EF4-FFF2-40B4-BE49-F238E27FC236}">
                <a16:creationId xmlns:a16="http://schemas.microsoft.com/office/drawing/2014/main" id="{6CF5A96D-D2A1-B083-B743-236E1B02CDF6}"/>
              </a:ext>
            </a:extLst>
          </p:cNvPr>
          <p:cNvSpPr/>
          <p:nvPr/>
        </p:nvSpPr>
        <p:spPr>
          <a:xfrm rot="10800000">
            <a:off x="7891337" y="6219855"/>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60" name="Gleichschenkliges Dreieck 88">
            <a:extLst>
              <a:ext uri="{FF2B5EF4-FFF2-40B4-BE49-F238E27FC236}">
                <a16:creationId xmlns:a16="http://schemas.microsoft.com/office/drawing/2014/main" id="{20AD8538-4FAD-2562-7E2D-FE3E364084D4}"/>
              </a:ext>
            </a:extLst>
          </p:cNvPr>
          <p:cNvSpPr/>
          <p:nvPr/>
        </p:nvSpPr>
        <p:spPr>
          <a:xfrm rot="10800000">
            <a:off x="8805222" y="5509259"/>
            <a:ext cx="192579" cy="141947"/>
          </a:xfrm>
          <a:prstGeom prst="triangle">
            <a:avLst/>
          </a:prstGeom>
          <a:solidFill>
            <a:schemeClr val="tx2">
              <a:lumMod val="50000"/>
              <a:lumOff val="50000"/>
            </a:schemeClr>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61" name="TextBox 60">
            <a:extLst>
              <a:ext uri="{FF2B5EF4-FFF2-40B4-BE49-F238E27FC236}">
                <a16:creationId xmlns:a16="http://schemas.microsoft.com/office/drawing/2014/main" id="{10C4E645-ACC7-415F-06C7-BB96E4AFDC3D}"/>
              </a:ext>
            </a:extLst>
          </p:cNvPr>
          <p:cNvSpPr txBox="1"/>
          <p:nvPr/>
        </p:nvSpPr>
        <p:spPr>
          <a:xfrm>
            <a:off x="8587895" y="5238123"/>
            <a:ext cx="632778" cy="307777"/>
          </a:xfrm>
          <a:prstGeom prst="rect">
            <a:avLst/>
          </a:prstGeom>
          <a:noFill/>
        </p:spPr>
        <p:txBody>
          <a:bodyPr wrap="square" rtlCol="0">
            <a:spAutoFit/>
          </a:bodyPr>
          <a:lstStyle/>
          <a:p>
            <a:pPr algn="ctr" eaLnBrk="0" fontAlgn="base" hangingPunct="0">
              <a:spcBef>
                <a:spcPct val="0"/>
              </a:spcBef>
              <a:spcAft>
                <a:spcPct val="0"/>
              </a:spcAft>
            </a:pPr>
            <a:r>
              <a:rPr lang="en-US" sz="1400" dirty="0">
                <a:solidFill>
                  <a:srgbClr val="323265"/>
                </a:solidFill>
                <a:cs typeface="Arial" pitchFamily="34" charset="0"/>
              </a:rPr>
              <a:t>PIO</a:t>
            </a:r>
          </a:p>
        </p:txBody>
      </p:sp>
      <p:sp>
        <p:nvSpPr>
          <p:cNvPr id="62" name="Speech Bubble: Oval 61">
            <a:extLst>
              <a:ext uri="{FF2B5EF4-FFF2-40B4-BE49-F238E27FC236}">
                <a16:creationId xmlns:a16="http://schemas.microsoft.com/office/drawing/2014/main" id="{05ED283D-C263-4029-48E0-8BAA43531031}"/>
              </a:ext>
            </a:extLst>
          </p:cNvPr>
          <p:cNvSpPr/>
          <p:nvPr/>
        </p:nvSpPr>
        <p:spPr>
          <a:xfrm>
            <a:off x="7801891" y="5180752"/>
            <a:ext cx="652340" cy="328507"/>
          </a:xfrm>
          <a:prstGeom prst="wedgeEllipseCallout">
            <a:avLst>
              <a:gd name="adj1" fmla="val 111857"/>
              <a:gd name="adj2" fmla="val 89751"/>
            </a:avLst>
          </a:prstGeom>
          <a:solidFill>
            <a:srgbClr val="92D050"/>
          </a:solidFill>
          <a:ln>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algn="ctr"/>
            <a:r>
              <a:rPr lang="en-US" sz="800" dirty="0"/>
              <a:t>2 months float</a:t>
            </a:r>
          </a:p>
        </p:txBody>
      </p:sp>
      <p:grpSp>
        <p:nvGrpSpPr>
          <p:cNvPr id="63" name="Group 62">
            <a:extLst>
              <a:ext uri="{FF2B5EF4-FFF2-40B4-BE49-F238E27FC236}">
                <a16:creationId xmlns:a16="http://schemas.microsoft.com/office/drawing/2014/main" id="{BEE6F5C7-BCF4-A639-6FCE-AB3491D837E0}"/>
              </a:ext>
            </a:extLst>
          </p:cNvPr>
          <p:cNvGrpSpPr/>
          <p:nvPr/>
        </p:nvGrpSpPr>
        <p:grpSpPr>
          <a:xfrm>
            <a:off x="8351416" y="5671870"/>
            <a:ext cx="549525" cy="358092"/>
            <a:chOff x="8197332" y="5671870"/>
            <a:chExt cx="1368000" cy="358092"/>
          </a:xfrm>
        </p:grpSpPr>
        <p:cxnSp>
          <p:nvCxnSpPr>
            <p:cNvPr id="64" name="Connector: Curved 15">
              <a:extLst>
                <a:ext uri="{FF2B5EF4-FFF2-40B4-BE49-F238E27FC236}">
                  <a16:creationId xmlns:a16="http://schemas.microsoft.com/office/drawing/2014/main" id="{52CF6D34-B9BB-76BF-FA3F-D6813CF03C27}"/>
                </a:ext>
              </a:extLst>
            </p:cNvPr>
            <p:cNvCxnSpPr>
              <a:cxnSpLocks/>
            </p:cNvCxnSpPr>
            <p:nvPr/>
          </p:nvCxnSpPr>
          <p:spPr>
            <a:xfrm flipV="1">
              <a:off x="9564325" y="5671870"/>
              <a:ext cx="0" cy="356185"/>
            </a:xfrm>
            <a:prstGeom prst="straightConnector1">
              <a:avLst/>
            </a:prstGeom>
            <a:ln w="127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65" name="Connector: Curved 15">
              <a:extLst>
                <a:ext uri="{FF2B5EF4-FFF2-40B4-BE49-F238E27FC236}">
                  <a16:creationId xmlns:a16="http://schemas.microsoft.com/office/drawing/2014/main" id="{DFE88124-3732-547F-1E82-36F1B147D50F}"/>
                </a:ext>
              </a:extLst>
            </p:cNvPr>
            <p:cNvCxnSpPr>
              <a:cxnSpLocks/>
            </p:cNvCxnSpPr>
            <p:nvPr/>
          </p:nvCxnSpPr>
          <p:spPr>
            <a:xfrm flipV="1">
              <a:off x="8207415" y="5849962"/>
              <a:ext cx="0" cy="180000"/>
            </a:xfrm>
            <a:prstGeom prst="straightConnector1">
              <a:avLst/>
            </a:prstGeom>
            <a:ln w="127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cxnSp>
          <p:nvCxnSpPr>
            <p:cNvPr id="66" name="Connector: Curved 15">
              <a:extLst>
                <a:ext uri="{FF2B5EF4-FFF2-40B4-BE49-F238E27FC236}">
                  <a16:creationId xmlns:a16="http://schemas.microsoft.com/office/drawing/2014/main" id="{498D715A-4159-AD4F-9B2B-902B756E9C90}"/>
                </a:ext>
              </a:extLst>
            </p:cNvPr>
            <p:cNvCxnSpPr>
              <a:cxnSpLocks/>
            </p:cNvCxnSpPr>
            <p:nvPr/>
          </p:nvCxnSpPr>
          <p:spPr>
            <a:xfrm>
              <a:off x="8197332" y="6021215"/>
              <a:ext cx="1368000" cy="0"/>
            </a:xfrm>
            <a:prstGeom prst="straightConnector1">
              <a:avLst/>
            </a:prstGeom>
            <a:ln w="12700">
              <a:solidFill>
                <a:srgbClr val="00B050"/>
              </a:solidFill>
              <a:headEnd type="none" w="med" len="med"/>
              <a:tailEnd type="none" w="med" len="med"/>
            </a:ln>
          </p:spPr>
          <p:style>
            <a:lnRef idx="1">
              <a:schemeClr val="accent1"/>
            </a:lnRef>
            <a:fillRef idx="0">
              <a:schemeClr val="accent1"/>
            </a:fillRef>
            <a:effectRef idx="0">
              <a:schemeClr val="accent1"/>
            </a:effectRef>
            <a:fontRef idx="minor">
              <a:schemeClr val="tx1"/>
            </a:fontRef>
          </p:style>
        </p:cxnSp>
      </p:grpSp>
      <p:sp>
        <p:nvSpPr>
          <p:cNvPr id="67" name="Rechteck 78">
            <a:extLst>
              <a:ext uri="{FF2B5EF4-FFF2-40B4-BE49-F238E27FC236}">
                <a16:creationId xmlns:a16="http://schemas.microsoft.com/office/drawing/2014/main" id="{2D6A4665-CCEB-FB19-DDA9-620E53271A4E}"/>
              </a:ext>
            </a:extLst>
          </p:cNvPr>
          <p:cNvSpPr/>
          <p:nvPr/>
        </p:nvSpPr>
        <p:spPr>
          <a:xfrm>
            <a:off x="5712197" y="5069054"/>
            <a:ext cx="634064" cy="181928"/>
          </a:xfrm>
          <a:prstGeom prst="rect">
            <a:avLst/>
          </a:prstGeom>
          <a:solidFill>
            <a:srgbClr val="FFFF00"/>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err="1">
                <a:ln>
                  <a:noFill/>
                </a:ln>
                <a:solidFill>
                  <a:srgbClr val="505050">
                    <a:lumMod val="50000"/>
                  </a:srgbClr>
                </a:solidFill>
                <a:effectLst/>
                <a:uLnTx/>
                <a:uFillTx/>
                <a:latin typeface="Century Gothic"/>
                <a:ea typeface="+mn-ea"/>
                <a:cs typeface="+mn-cs"/>
              </a:rPr>
              <a:t>Cust</a:t>
            </a: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 Tests</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68" name="Rechteck 78">
            <a:extLst>
              <a:ext uri="{FF2B5EF4-FFF2-40B4-BE49-F238E27FC236}">
                <a16:creationId xmlns:a16="http://schemas.microsoft.com/office/drawing/2014/main" id="{05B09DC8-E9B9-8D08-C88F-D906F34D894B}"/>
              </a:ext>
            </a:extLst>
          </p:cNvPr>
          <p:cNvSpPr/>
          <p:nvPr/>
        </p:nvSpPr>
        <p:spPr>
          <a:xfrm>
            <a:off x="6546727" y="5080061"/>
            <a:ext cx="632779" cy="181928"/>
          </a:xfrm>
          <a:prstGeom prst="rect">
            <a:avLst/>
          </a:prstGeom>
          <a:solidFill>
            <a:srgbClr val="FFFF00"/>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err="1">
                <a:ln>
                  <a:noFill/>
                </a:ln>
                <a:solidFill>
                  <a:srgbClr val="505050">
                    <a:lumMod val="50000"/>
                  </a:srgbClr>
                </a:solidFill>
                <a:effectLst/>
                <a:uLnTx/>
                <a:uFillTx/>
                <a:latin typeface="Century Gothic"/>
                <a:ea typeface="+mn-ea"/>
                <a:cs typeface="+mn-cs"/>
              </a:rPr>
              <a:t>Cust</a:t>
            </a: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 Tests</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69" name="Rechteck 78">
            <a:extLst>
              <a:ext uri="{FF2B5EF4-FFF2-40B4-BE49-F238E27FC236}">
                <a16:creationId xmlns:a16="http://schemas.microsoft.com/office/drawing/2014/main" id="{9057A963-6DAE-4671-496E-487C1CFBCF3B}"/>
              </a:ext>
            </a:extLst>
          </p:cNvPr>
          <p:cNvSpPr/>
          <p:nvPr/>
        </p:nvSpPr>
        <p:spPr>
          <a:xfrm>
            <a:off x="6882114" y="3473823"/>
            <a:ext cx="695741" cy="198000"/>
          </a:xfrm>
          <a:prstGeom prst="rect">
            <a:avLst/>
          </a:prstGeom>
          <a:solidFill>
            <a:srgbClr val="B6B954"/>
          </a:solidFill>
          <a:ln w="9525" cap="flat" cmpd="sng" algn="ctr">
            <a:solidFill>
              <a:srgbClr val="333366"/>
            </a:solidFill>
            <a:prstDash val="solid"/>
          </a:ln>
          <a:effectLst/>
        </p:spPr>
        <p:txBody>
          <a:bodyPr rot="0" spcFirstLastPara="0" vertOverflow="overflow" horzOverflow="overflow" vert="horz" wrap="square" lIns="0" tIns="0" rIns="0" bIns="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r>
              <a:rPr kumimoji="0" lang="de-DE" sz="1000" b="1" i="0" u="none" strike="noStrike" kern="0" cap="none" spc="0" normalizeH="0" baseline="0" noProof="0" dirty="0" err="1">
                <a:ln>
                  <a:noFill/>
                </a:ln>
                <a:solidFill>
                  <a:srgbClr val="505050">
                    <a:lumMod val="50000"/>
                  </a:srgbClr>
                </a:solidFill>
                <a:effectLst/>
                <a:uLnTx/>
                <a:uFillTx/>
                <a:latin typeface="Century Gothic"/>
                <a:ea typeface="+mn-ea"/>
                <a:cs typeface="+mn-cs"/>
              </a:rPr>
              <a:t>Assess</a:t>
            </a:r>
            <a:r>
              <a:rPr kumimoji="0" lang="de-DE" sz="1000" b="1" i="0" u="none" strike="noStrike" kern="0" cap="none" spc="0" normalizeH="0" baseline="0" noProof="0" dirty="0">
                <a:ln>
                  <a:noFill/>
                </a:ln>
                <a:solidFill>
                  <a:srgbClr val="505050">
                    <a:lumMod val="50000"/>
                  </a:srgbClr>
                </a:solidFill>
                <a:effectLst/>
                <a:uLnTx/>
                <a:uFillTx/>
                <a:latin typeface="Century Gothic"/>
                <a:ea typeface="+mn-ea"/>
                <a:cs typeface="+mn-cs"/>
              </a:rPr>
              <a:t>.</a:t>
            </a:r>
            <a:endParaRPr kumimoji="0" lang="de-AT" sz="1000" b="1" i="0" u="none" strike="noStrike" kern="0" cap="none" spc="0" normalizeH="0" baseline="0" noProof="0" dirty="0">
              <a:ln>
                <a:noFill/>
              </a:ln>
              <a:solidFill>
                <a:srgbClr val="505050">
                  <a:lumMod val="50000"/>
                </a:srgbClr>
              </a:solidFill>
              <a:effectLst/>
              <a:uLnTx/>
              <a:uFillTx/>
              <a:latin typeface="Century Gothic"/>
              <a:ea typeface="+mn-ea"/>
              <a:cs typeface="+mn-cs"/>
            </a:endParaRPr>
          </a:p>
        </p:txBody>
      </p:sp>
      <p:sp>
        <p:nvSpPr>
          <p:cNvPr id="70" name="Gleichschenkliges Dreieck 88">
            <a:extLst>
              <a:ext uri="{FF2B5EF4-FFF2-40B4-BE49-F238E27FC236}">
                <a16:creationId xmlns:a16="http://schemas.microsoft.com/office/drawing/2014/main" id="{F9CAA064-4B53-9CA2-61E9-86F152E31385}"/>
              </a:ext>
            </a:extLst>
          </p:cNvPr>
          <p:cNvSpPr/>
          <p:nvPr/>
        </p:nvSpPr>
        <p:spPr>
          <a:xfrm rot="10800000">
            <a:off x="4468004" y="1732185"/>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71" name="TextBox 70">
            <a:extLst>
              <a:ext uri="{FF2B5EF4-FFF2-40B4-BE49-F238E27FC236}">
                <a16:creationId xmlns:a16="http://schemas.microsoft.com/office/drawing/2014/main" id="{A5F8BE8D-3067-43E2-0900-EFB492946F1C}"/>
              </a:ext>
            </a:extLst>
          </p:cNvPr>
          <p:cNvSpPr txBox="1"/>
          <p:nvPr/>
        </p:nvSpPr>
        <p:spPr>
          <a:xfrm>
            <a:off x="4261398" y="1575087"/>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SRR/SFR</a:t>
            </a:r>
          </a:p>
        </p:txBody>
      </p:sp>
      <p:sp>
        <p:nvSpPr>
          <p:cNvPr id="74" name="TextBox 73">
            <a:extLst>
              <a:ext uri="{FF2B5EF4-FFF2-40B4-BE49-F238E27FC236}">
                <a16:creationId xmlns:a16="http://schemas.microsoft.com/office/drawing/2014/main" id="{41DC5B7D-E6F7-C457-7395-F9CFE1C0B928}"/>
              </a:ext>
            </a:extLst>
          </p:cNvPr>
          <p:cNvSpPr txBox="1"/>
          <p:nvPr/>
        </p:nvSpPr>
        <p:spPr>
          <a:xfrm>
            <a:off x="6748040" y="1554573"/>
            <a:ext cx="632778" cy="215444"/>
          </a:xfrm>
          <a:prstGeom prst="rect">
            <a:avLst/>
          </a:prstGeom>
          <a:noFill/>
        </p:spPr>
        <p:txBody>
          <a:bodyPr wrap="square" rtlCol="0">
            <a:spAutoFit/>
          </a:bodyPr>
          <a:lstStyle/>
          <a:p>
            <a:pPr algn="ctr" eaLnBrk="0" fontAlgn="base" hangingPunct="0">
              <a:spcBef>
                <a:spcPct val="0"/>
              </a:spcBef>
              <a:spcAft>
                <a:spcPct val="0"/>
              </a:spcAft>
            </a:pPr>
            <a:r>
              <a:rPr lang="en-US" sz="800" dirty="0">
                <a:solidFill>
                  <a:srgbClr val="323265"/>
                </a:solidFill>
                <a:cs typeface="Arial" pitchFamily="34" charset="0"/>
              </a:rPr>
              <a:t>TQR2</a:t>
            </a:r>
          </a:p>
        </p:txBody>
      </p:sp>
      <p:sp>
        <p:nvSpPr>
          <p:cNvPr id="75" name="Gleichschenkliges Dreieck 88">
            <a:extLst>
              <a:ext uri="{FF2B5EF4-FFF2-40B4-BE49-F238E27FC236}">
                <a16:creationId xmlns:a16="http://schemas.microsoft.com/office/drawing/2014/main" id="{0431A087-F5A5-8426-C667-96955B6C02D2}"/>
              </a:ext>
            </a:extLst>
          </p:cNvPr>
          <p:cNvSpPr/>
          <p:nvPr/>
        </p:nvSpPr>
        <p:spPr>
          <a:xfrm rot="10800000">
            <a:off x="6979354" y="1735944"/>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77" name="TextBox 76">
            <a:extLst>
              <a:ext uri="{FF2B5EF4-FFF2-40B4-BE49-F238E27FC236}">
                <a16:creationId xmlns:a16="http://schemas.microsoft.com/office/drawing/2014/main" id="{B8C94A77-4BA3-2E77-4736-FBC9A1A738D6}"/>
              </a:ext>
            </a:extLst>
          </p:cNvPr>
          <p:cNvSpPr txBox="1"/>
          <p:nvPr/>
        </p:nvSpPr>
        <p:spPr>
          <a:xfrm>
            <a:off x="485062" y="2602186"/>
            <a:ext cx="1935817" cy="584775"/>
          </a:xfrm>
          <a:prstGeom prst="rect">
            <a:avLst/>
          </a:prstGeom>
          <a:noFill/>
        </p:spPr>
        <p:txBody>
          <a:bodyPr wrap="square" rtlCol="0">
            <a:spAutoFit/>
          </a:bodyPr>
          <a:lstStyle/>
          <a:p>
            <a:pPr algn="ctr" eaLnBrk="0" fontAlgn="base" hangingPunct="0">
              <a:spcBef>
                <a:spcPct val="0"/>
              </a:spcBef>
              <a:spcAft>
                <a:spcPct val="0"/>
              </a:spcAft>
            </a:pPr>
            <a:r>
              <a:rPr lang="hu-HU" sz="1600" b="1" dirty="0">
                <a:solidFill>
                  <a:srgbClr val="323265"/>
                </a:solidFill>
                <a:cs typeface="Arial" pitchFamily="34" charset="0"/>
              </a:rPr>
              <a:t>IXL</a:t>
            </a:r>
            <a:br>
              <a:rPr lang="hu-HU" sz="1600" b="1" dirty="0">
                <a:solidFill>
                  <a:srgbClr val="323265"/>
                </a:solidFill>
                <a:cs typeface="Arial" pitchFamily="34" charset="0"/>
              </a:rPr>
            </a:br>
            <a:r>
              <a:rPr lang="hu-HU" sz="1600" b="1" dirty="0">
                <a:solidFill>
                  <a:srgbClr val="323265"/>
                </a:solidFill>
                <a:cs typeface="Arial" pitchFamily="34" charset="0"/>
              </a:rPr>
              <a:t>(</a:t>
            </a:r>
            <a:r>
              <a:rPr lang="en-US" sz="1600" b="1" dirty="0">
                <a:solidFill>
                  <a:srgbClr val="323265"/>
                </a:solidFill>
                <a:cs typeface="Arial" pitchFamily="34" charset="0"/>
              </a:rPr>
              <a:t>ELEKTRA 2</a:t>
            </a:r>
            <a:r>
              <a:rPr lang="hu-HU" sz="1600" b="1" dirty="0">
                <a:solidFill>
                  <a:srgbClr val="323265"/>
                </a:solidFill>
                <a:cs typeface="Arial" pitchFamily="34" charset="0"/>
              </a:rPr>
              <a:t>)</a:t>
            </a:r>
            <a:endParaRPr lang="en-US" sz="1600" b="1" dirty="0">
              <a:solidFill>
                <a:srgbClr val="323265"/>
              </a:solidFill>
              <a:cs typeface="Arial" pitchFamily="34" charset="0"/>
            </a:endParaRPr>
          </a:p>
        </p:txBody>
      </p:sp>
      <p:sp>
        <p:nvSpPr>
          <p:cNvPr id="78" name="TextBox 77">
            <a:extLst>
              <a:ext uri="{FF2B5EF4-FFF2-40B4-BE49-F238E27FC236}">
                <a16:creationId xmlns:a16="http://schemas.microsoft.com/office/drawing/2014/main" id="{9356437D-FD58-59EB-6E4D-BF7671D93FD0}"/>
              </a:ext>
            </a:extLst>
          </p:cNvPr>
          <p:cNvSpPr txBox="1"/>
          <p:nvPr/>
        </p:nvSpPr>
        <p:spPr>
          <a:xfrm>
            <a:off x="706291" y="5088237"/>
            <a:ext cx="1493360" cy="369332"/>
          </a:xfrm>
          <a:prstGeom prst="rect">
            <a:avLst/>
          </a:prstGeom>
          <a:noFill/>
        </p:spPr>
        <p:txBody>
          <a:bodyPr wrap="square" rtlCol="0">
            <a:spAutoFit/>
          </a:bodyPr>
          <a:lstStyle/>
          <a:p>
            <a:pPr algn="ctr" eaLnBrk="0" fontAlgn="base" hangingPunct="0">
              <a:spcBef>
                <a:spcPct val="0"/>
              </a:spcBef>
              <a:spcAft>
                <a:spcPct val="0"/>
              </a:spcAft>
            </a:pPr>
            <a:r>
              <a:rPr lang="en-US" b="1" dirty="0">
                <a:solidFill>
                  <a:srgbClr val="323265"/>
                </a:solidFill>
                <a:cs typeface="Arial" pitchFamily="34" charset="0"/>
              </a:rPr>
              <a:t>ETCS L2</a:t>
            </a:r>
          </a:p>
        </p:txBody>
      </p:sp>
      <p:sp>
        <p:nvSpPr>
          <p:cNvPr id="82" name="TextBox 81">
            <a:extLst>
              <a:ext uri="{FF2B5EF4-FFF2-40B4-BE49-F238E27FC236}">
                <a16:creationId xmlns:a16="http://schemas.microsoft.com/office/drawing/2014/main" id="{10A85A1E-FB15-9066-82C1-541E922BAA2C}"/>
              </a:ext>
            </a:extLst>
          </p:cNvPr>
          <p:cNvSpPr txBox="1"/>
          <p:nvPr/>
        </p:nvSpPr>
        <p:spPr>
          <a:xfrm>
            <a:off x="5268752" y="6028055"/>
            <a:ext cx="667640" cy="215444"/>
          </a:xfrm>
          <a:prstGeom prst="rect">
            <a:avLst/>
          </a:prstGeom>
          <a:noFill/>
        </p:spPr>
        <p:txBody>
          <a:bodyPr wrap="square" rtlCol="0">
            <a:spAutoFit/>
          </a:bodyPr>
          <a:lstStyle/>
          <a:p>
            <a:pPr algn="ctr" eaLnBrk="0" fontAlgn="base" hangingPunct="0">
              <a:spcBef>
                <a:spcPct val="0"/>
              </a:spcBef>
              <a:spcAft>
                <a:spcPct val="0"/>
              </a:spcAft>
            </a:pPr>
            <a:r>
              <a:rPr lang="hu-HU" sz="800" dirty="0">
                <a:solidFill>
                  <a:srgbClr val="323265"/>
                </a:solidFill>
                <a:cs typeface="Arial" pitchFamily="34" charset="0"/>
              </a:rPr>
              <a:t>PD</a:t>
            </a:r>
            <a:r>
              <a:rPr lang="en-US" sz="800" dirty="0">
                <a:solidFill>
                  <a:srgbClr val="323265"/>
                </a:solidFill>
                <a:cs typeface="Arial" pitchFamily="34" charset="0"/>
              </a:rPr>
              <a:t>R</a:t>
            </a:r>
            <a:r>
              <a:rPr lang="hu-HU" sz="800" dirty="0">
                <a:solidFill>
                  <a:srgbClr val="323265"/>
                </a:solidFill>
                <a:cs typeface="Arial" pitchFamily="34" charset="0"/>
              </a:rPr>
              <a:t>/CDR</a:t>
            </a:r>
            <a:endParaRPr lang="en-US" sz="800" dirty="0">
              <a:solidFill>
                <a:srgbClr val="323265"/>
              </a:solidFill>
              <a:cs typeface="Arial" pitchFamily="34" charset="0"/>
            </a:endParaRPr>
          </a:p>
        </p:txBody>
      </p:sp>
      <p:sp>
        <p:nvSpPr>
          <p:cNvPr id="84" name="Gleichschenkliges Dreieck 88">
            <a:extLst>
              <a:ext uri="{FF2B5EF4-FFF2-40B4-BE49-F238E27FC236}">
                <a16:creationId xmlns:a16="http://schemas.microsoft.com/office/drawing/2014/main" id="{A7ECBC73-FB8F-4161-9902-AB5F3827BF60}"/>
              </a:ext>
            </a:extLst>
          </p:cNvPr>
          <p:cNvSpPr/>
          <p:nvPr/>
        </p:nvSpPr>
        <p:spPr>
          <a:xfrm rot="10800000">
            <a:off x="5488851" y="6230914"/>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86" name="TextBox 85">
            <a:extLst>
              <a:ext uri="{FF2B5EF4-FFF2-40B4-BE49-F238E27FC236}">
                <a16:creationId xmlns:a16="http://schemas.microsoft.com/office/drawing/2014/main" id="{3571692E-FBE0-7A0D-6098-BDCE7D42822C}"/>
              </a:ext>
            </a:extLst>
          </p:cNvPr>
          <p:cNvSpPr txBox="1"/>
          <p:nvPr/>
        </p:nvSpPr>
        <p:spPr>
          <a:xfrm>
            <a:off x="4739382" y="6012995"/>
            <a:ext cx="632778" cy="215444"/>
          </a:xfrm>
          <a:prstGeom prst="rect">
            <a:avLst/>
          </a:prstGeom>
          <a:noFill/>
        </p:spPr>
        <p:txBody>
          <a:bodyPr wrap="square" rtlCol="0">
            <a:spAutoFit/>
          </a:bodyPr>
          <a:lstStyle/>
          <a:p>
            <a:pPr algn="ctr" eaLnBrk="0" fontAlgn="base" hangingPunct="0">
              <a:spcBef>
                <a:spcPct val="0"/>
              </a:spcBef>
              <a:spcAft>
                <a:spcPct val="0"/>
              </a:spcAft>
            </a:pPr>
            <a:r>
              <a:rPr lang="hu-HU" sz="800" dirty="0">
                <a:solidFill>
                  <a:srgbClr val="323265"/>
                </a:solidFill>
                <a:cs typeface="Arial" pitchFamily="34" charset="0"/>
              </a:rPr>
              <a:t>S</a:t>
            </a:r>
            <a:r>
              <a:rPr lang="en-US" sz="800" dirty="0">
                <a:solidFill>
                  <a:srgbClr val="323265"/>
                </a:solidFill>
                <a:cs typeface="Arial" pitchFamily="34" charset="0"/>
              </a:rPr>
              <a:t>RR</a:t>
            </a:r>
            <a:r>
              <a:rPr lang="hu-HU" sz="800" dirty="0">
                <a:solidFill>
                  <a:srgbClr val="323265"/>
                </a:solidFill>
                <a:cs typeface="Arial" pitchFamily="34" charset="0"/>
              </a:rPr>
              <a:t>/SFR</a:t>
            </a:r>
            <a:endParaRPr lang="en-US" sz="800" dirty="0">
              <a:solidFill>
                <a:srgbClr val="323265"/>
              </a:solidFill>
              <a:cs typeface="Arial" pitchFamily="34" charset="0"/>
            </a:endParaRPr>
          </a:p>
        </p:txBody>
      </p:sp>
      <p:sp>
        <p:nvSpPr>
          <p:cNvPr id="88" name="Gleichschenkliges Dreieck 88">
            <a:extLst>
              <a:ext uri="{FF2B5EF4-FFF2-40B4-BE49-F238E27FC236}">
                <a16:creationId xmlns:a16="http://schemas.microsoft.com/office/drawing/2014/main" id="{13ABE598-8A37-86DC-1060-7C2E5F95C7F4}"/>
              </a:ext>
            </a:extLst>
          </p:cNvPr>
          <p:cNvSpPr/>
          <p:nvPr/>
        </p:nvSpPr>
        <p:spPr>
          <a:xfrm rot="10800000">
            <a:off x="4959481" y="6215854"/>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
        <p:nvSpPr>
          <p:cNvPr id="90" name="TextBox 89">
            <a:extLst>
              <a:ext uri="{FF2B5EF4-FFF2-40B4-BE49-F238E27FC236}">
                <a16:creationId xmlns:a16="http://schemas.microsoft.com/office/drawing/2014/main" id="{151BB87F-C4B7-B405-6EA5-58A44882A91C}"/>
              </a:ext>
            </a:extLst>
          </p:cNvPr>
          <p:cNvSpPr txBox="1"/>
          <p:nvPr/>
        </p:nvSpPr>
        <p:spPr>
          <a:xfrm>
            <a:off x="4175150" y="6004411"/>
            <a:ext cx="632778" cy="215444"/>
          </a:xfrm>
          <a:prstGeom prst="rect">
            <a:avLst/>
          </a:prstGeom>
          <a:noFill/>
        </p:spPr>
        <p:txBody>
          <a:bodyPr wrap="square" rtlCol="0">
            <a:spAutoFit/>
          </a:bodyPr>
          <a:lstStyle/>
          <a:p>
            <a:pPr algn="ctr" eaLnBrk="0" fontAlgn="base" hangingPunct="0">
              <a:spcBef>
                <a:spcPct val="0"/>
              </a:spcBef>
              <a:spcAft>
                <a:spcPct val="0"/>
              </a:spcAft>
            </a:pPr>
            <a:r>
              <a:rPr lang="hu-HU" sz="800" dirty="0">
                <a:solidFill>
                  <a:srgbClr val="323265"/>
                </a:solidFill>
                <a:cs typeface="Arial" pitchFamily="34" charset="0"/>
              </a:rPr>
              <a:t>SO</a:t>
            </a:r>
            <a:r>
              <a:rPr lang="en-US" sz="800" dirty="0">
                <a:solidFill>
                  <a:srgbClr val="323265"/>
                </a:solidFill>
                <a:cs typeface="Arial" pitchFamily="34" charset="0"/>
              </a:rPr>
              <a:t>R</a:t>
            </a:r>
          </a:p>
        </p:txBody>
      </p:sp>
      <p:sp>
        <p:nvSpPr>
          <p:cNvPr id="92" name="Gleichschenkliges Dreieck 88">
            <a:extLst>
              <a:ext uri="{FF2B5EF4-FFF2-40B4-BE49-F238E27FC236}">
                <a16:creationId xmlns:a16="http://schemas.microsoft.com/office/drawing/2014/main" id="{51CAD1B9-05F5-3409-61DD-2430EC85C094}"/>
              </a:ext>
            </a:extLst>
          </p:cNvPr>
          <p:cNvSpPr/>
          <p:nvPr/>
        </p:nvSpPr>
        <p:spPr>
          <a:xfrm rot="10800000">
            <a:off x="4395249" y="6207270"/>
            <a:ext cx="192579" cy="141947"/>
          </a:xfrm>
          <a:prstGeom prst="triangle">
            <a:avLst/>
          </a:prstGeom>
          <a:solidFill>
            <a:srgbClr val="33CC33"/>
          </a:solidFill>
          <a:ln w="19050" cap="flat" cmpd="sng" algn="ctr">
            <a:solidFill>
              <a:srgbClr val="FFFFFF"/>
            </a:solidFill>
            <a:prstDash val="solid"/>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0" fontAlgn="base" latinLnBrk="0" hangingPunct="0">
              <a:lnSpc>
                <a:spcPct val="100000"/>
              </a:lnSpc>
              <a:spcBef>
                <a:spcPct val="0"/>
              </a:spcBef>
              <a:spcAft>
                <a:spcPct val="0"/>
              </a:spcAft>
              <a:buClrTx/>
              <a:buSzTx/>
              <a:buFontTx/>
              <a:buNone/>
              <a:tabLst/>
              <a:defRPr/>
            </a:pPr>
            <a:endParaRPr kumimoji="0" lang="de-AT" sz="1400" b="0" i="0" u="none" strike="noStrike" kern="0" cap="none" spc="0" normalizeH="0" baseline="0" noProof="0" dirty="0">
              <a:ln>
                <a:noFill/>
              </a:ln>
              <a:solidFill>
                <a:srgbClr val="333366">
                  <a:lumMod val="50000"/>
                </a:srgbClr>
              </a:solidFill>
              <a:effectLst/>
              <a:uLnTx/>
              <a:uFillTx/>
              <a:latin typeface="Century Gothic"/>
              <a:ea typeface="+mn-ea"/>
              <a:cs typeface="+mn-cs"/>
            </a:endParaRPr>
          </a:p>
        </p:txBody>
      </p:sp>
    </p:spTree>
    <p:extLst>
      <p:ext uri="{BB962C8B-B14F-4D97-AF65-F5344CB8AC3E}">
        <p14:creationId xmlns:p14="http://schemas.microsoft.com/office/powerpoint/2010/main" val="422800051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A61010A-1F3B-1467-51C2-FE15489D6D4C}"/>
              </a:ext>
            </a:extLst>
          </p:cNvPr>
          <p:cNvSpPr>
            <a:spLocks noGrp="1"/>
          </p:cNvSpPr>
          <p:nvPr>
            <p:ph type="title"/>
          </p:nvPr>
        </p:nvSpPr>
        <p:spPr/>
        <p:txBody>
          <a:bodyPr/>
          <a:lstStyle/>
          <a:p>
            <a:r>
              <a:rPr lang="hu-HU" dirty="0"/>
              <a:t>Solution Milestone Date Proposals</a:t>
            </a:r>
          </a:p>
        </p:txBody>
      </p:sp>
      <p:graphicFrame>
        <p:nvGraphicFramePr>
          <p:cNvPr id="8" name="Table 7">
            <a:extLst>
              <a:ext uri="{FF2B5EF4-FFF2-40B4-BE49-F238E27FC236}">
                <a16:creationId xmlns:a16="http://schemas.microsoft.com/office/drawing/2014/main" id="{69D703B1-88B0-6721-03D8-613C5E546EE6}"/>
              </a:ext>
            </a:extLst>
          </p:cNvPr>
          <p:cNvGraphicFramePr>
            <a:graphicFrameLocks noGrp="1"/>
          </p:cNvGraphicFramePr>
          <p:nvPr>
            <p:extLst>
              <p:ext uri="{D42A27DB-BD31-4B8C-83A1-F6EECF244321}">
                <p14:modId xmlns:p14="http://schemas.microsoft.com/office/powerpoint/2010/main" val="340482262"/>
              </p:ext>
            </p:extLst>
          </p:nvPr>
        </p:nvGraphicFramePr>
        <p:xfrm>
          <a:off x="934636" y="1527175"/>
          <a:ext cx="6707135" cy="1901825"/>
        </p:xfrm>
        <a:graphic>
          <a:graphicData uri="http://schemas.openxmlformats.org/drawingml/2006/table">
            <a:tbl>
              <a:tblPr firstRow="1" firstCol="1" bandRow="1"/>
              <a:tblGrid>
                <a:gridCol w="4453890">
                  <a:extLst>
                    <a:ext uri="{9D8B030D-6E8A-4147-A177-3AD203B41FA5}">
                      <a16:colId xmlns:a16="http://schemas.microsoft.com/office/drawing/2014/main" val="3555091023"/>
                    </a:ext>
                  </a:extLst>
                </a:gridCol>
                <a:gridCol w="1143000">
                  <a:extLst>
                    <a:ext uri="{9D8B030D-6E8A-4147-A177-3AD203B41FA5}">
                      <a16:colId xmlns:a16="http://schemas.microsoft.com/office/drawing/2014/main" val="3595286500"/>
                    </a:ext>
                  </a:extLst>
                </a:gridCol>
                <a:gridCol w="1110245">
                  <a:extLst>
                    <a:ext uri="{9D8B030D-6E8A-4147-A177-3AD203B41FA5}">
                      <a16:colId xmlns:a16="http://schemas.microsoft.com/office/drawing/2014/main" val="941402163"/>
                    </a:ext>
                  </a:extLst>
                </a:gridCol>
              </a:tblGrid>
              <a:tr h="160655">
                <a:tc>
                  <a:txBody>
                    <a:bodyPr/>
                    <a:lstStyle/>
                    <a:p>
                      <a:pPr>
                        <a:lnSpc>
                          <a:spcPct val="107000"/>
                        </a:lnSpc>
                        <a:spcAft>
                          <a:spcPts val="800"/>
                        </a:spcAft>
                        <a:buNone/>
                      </a:pPr>
                      <a:r>
                        <a:rPr lang="hu-HU"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Milestone</a:t>
                      </a:r>
                      <a:endParaRPr lang="hu-H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c>
                  <a:txBody>
                    <a:bodyPr/>
                    <a:lstStyle/>
                    <a:p>
                      <a:pPr>
                        <a:lnSpc>
                          <a:spcPct val="107000"/>
                        </a:lnSpc>
                        <a:spcAft>
                          <a:spcPts val="800"/>
                        </a:spcAft>
                        <a:buNone/>
                      </a:pPr>
                      <a:r>
                        <a:rPr lang="hu-HU"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Target Date</a:t>
                      </a:r>
                      <a:br>
                        <a:rPr lang="hu-HU"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hu-HU"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A(Actual) P(Planned)</a:t>
                      </a:r>
                      <a:endParaRPr lang="hu-H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c>
                  <a:txBody>
                    <a:bodyPr/>
                    <a:lstStyle/>
                    <a:p>
                      <a:pPr>
                        <a:lnSpc>
                          <a:spcPct val="107000"/>
                        </a:lnSpc>
                        <a:spcAft>
                          <a:spcPts val="800"/>
                        </a:spcAft>
                        <a:buNone/>
                      </a:pPr>
                      <a:r>
                        <a:rPr lang="hu-HU"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Solution</a:t>
                      </a:r>
                      <a:endParaRPr lang="hu-H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extLst>
                  <a:ext uri="{0D108BD9-81ED-4DB2-BD59-A6C34878D82A}">
                    <a16:rowId xmlns:a16="http://schemas.microsoft.com/office/drawing/2014/main" val="749331597"/>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Solution Orientation Review (SOR)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09/2026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IL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812257346"/>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Solution Requirement Review (SRR)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10/2026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IL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6540630"/>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Solution Functional Review (SFR)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10/2026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IL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80516537"/>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Preliminary Design Review (PDR) + Critical Design Review (CDR)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12/2026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IL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41853142"/>
                  </a:ext>
                </a:extLst>
              </a:tr>
              <a:tr h="160655">
                <a:tc>
                  <a:txBody>
                    <a:bodyPr/>
                    <a:lstStyle/>
                    <a:p>
                      <a:pPr>
                        <a:lnSpc>
                          <a:spcPct val="107000"/>
                        </a:lnSpc>
                        <a:spcAft>
                          <a:spcPts val="800"/>
                        </a:spcAft>
                        <a:buNone/>
                      </a:pPr>
                      <a:r>
                        <a:rPr lang="hu-HU" sz="1100" dirty="0">
                          <a:effectLst/>
                          <a:latin typeface="Calibri" panose="020F0502020204030204" pitchFamily="34" charset="0"/>
                          <a:ea typeface="Calibri" panose="020F0502020204030204" pitchFamily="34" charset="0"/>
                          <a:cs typeface="Times New Roman" panose="02020603050405020304" pitchFamily="18" charset="0"/>
                        </a:rPr>
                        <a:t>Test Readiness Review (TRR1)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01/2027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IL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0420527"/>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Technical Qualification Review 1 (TQR1) and Test Readiness Review (TRR2)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06/2027 P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IL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205906450"/>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Technical Qualification Review 2 (TQR2)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dirty="0">
                          <a:effectLst/>
                          <a:latin typeface="Calibri" panose="020F0502020204030204" pitchFamily="34" charset="0"/>
                          <a:ea typeface="Calibri" panose="020F0502020204030204" pitchFamily="34" charset="0"/>
                          <a:cs typeface="Times New Roman" panose="02020603050405020304" pitchFamily="18" charset="0"/>
                        </a:rPr>
                        <a:t>07/2027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IL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81219987"/>
                  </a:ext>
                </a:extLst>
              </a:tr>
              <a:tr h="13144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Final Qualification Review (FQR)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08/2027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dirty="0">
                          <a:effectLst/>
                          <a:latin typeface="Calibri" panose="020F0502020204030204" pitchFamily="34" charset="0"/>
                          <a:ea typeface="Calibri" panose="020F0502020204030204" pitchFamily="34" charset="0"/>
                          <a:cs typeface="Times New Roman" panose="02020603050405020304" pitchFamily="18" charset="0"/>
                        </a:rPr>
                        <a:t>ZIV D IL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41761628"/>
                  </a:ext>
                </a:extLst>
              </a:tr>
            </a:tbl>
          </a:graphicData>
        </a:graphic>
      </p:graphicFrame>
      <p:graphicFrame>
        <p:nvGraphicFramePr>
          <p:cNvPr id="9" name="Table 8">
            <a:extLst>
              <a:ext uri="{FF2B5EF4-FFF2-40B4-BE49-F238E27FC236}">
                <a16:creationId xmlns:a16="http://schemas.microsoft.com/office/drawing/2014/main" id="{E3DCB41F-B155-DC2E-3CA7-28AB141868AE}"/>
              </a:ext>
            </a:extLst>
          </p:cNvPr>
          <p:cNvGraphicFramePr>
            <a:graphicFrameLocks noGrp="1"/>
          </p:cNvGraphicFramePr>
          <p:nvPr>
            <p:extLst>
              <p:ext uri="{D42A27DB-BD31-4B8C-83A1-F6EECF244321}">
                <p14:modId xmlns:p14="http://schemas.microsoft.com/office/powerpoint/2010/main" val="3213404272"/>
              </p:ext>
            </p:extLst>
          </p:nvPr>
        </p:nvGraphicFramePr>
        <p:xfrm>
          <a:off x="934636" y="4025787"/>
          <a:ext cx="6739890" cy="1901825"/>
        </p:xfrm>
        <a:graphic>
          <a:graphicData uri="http://schemas.openxmlformats.org/drawingml/2006/table">
            <a:tbl>
              <a:tblPr firstRow="1" firstCol="1" bandRow="1"/>
              <a:tblGrid>
                <a:gridCol w="4453890">
                  <a:extLst>
                    <a:ext uri="{9D8B030D-6E8A-4147-A177-3AD203B41FA5}">
                      <a16:colId xmlns:a16="http://schemas.microsoft.com/office/drawing/2014/main" val="514290964"/>
                    </a:ext>
                  </a:extLst>
                </a:gridCol>
                <a:gridCol w="1143000">
                  <a:extLst>
                    <a:ext uri="{9D8B030D-6E8A-4147-A177-3AD203B41FA5}">
                      <a16:colId xmlns:a16="http://schemas.microsoft.com/office/drawing/2014/main" val="3180576935"/>
                    </a:ext>
                  </a:extLst>
                </a:gridCol>
                <a:gridCol w="1143000">
                  <a:extLst>
                    <a:ext uri="{9D8B030D-6E8A-4147-A177-3AD203B41FA5}">
                      <a16:colId xmlns:a16="http://schemas.microsoft.com/office/drawing/2014/main" val="3183966238"/>
                    </a:ext>
                  </a:extLst>
                </a:gridCol>
              </a:tblGrid>
              <a:tr h="160655">
                <a:tc>
                  <a:txBody>
                    <a:bodyPr/>
                    <a:lstStyle/>
                    <a:p>
                      <a:pPr>
                        <a:lnSpc>
                          <a:spcPct val="107000"/>
                        </a:lnSpc>
                        <a:spcAft>
                          <a:spcPts val="800"/>
                        </a:spcAft>
                        <a:buNone/>
                      </a:pPr>
                      <a:r>
                        <a:rPr lang="hu-HU"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Milestone</a:t>
                      </a:r>
                      <a:endParaRPr lang="hu-H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c>
                  <a:txBody>
                    <a:bodyPr/>
                    <a:lstStyle/>
                    <a:p>
                      <a:pPr>
                        <a:lnSpc>
                          <a:spcPct val="107000"/>
                        </a:lnSpc>
                        <a:spcAft>
                          <a:spcPts val="800"/>
                        </a:spcAft>
                        <a:buNone/>
                      </a:pPr>
                      <a:r>
                        <a:rPr lang="hu-HU"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Target Date</a:t>
                      </a:r>
                      <a:br>
                        <a:rPr lang="hu-HU"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br>
                      <a:r>
                        <a:rPr lang="hu-HU" sz="1100" b="1">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A(Actual) P(Planned)</a:t>
                      </a:r>
                      <a:endParaRPr lang="hu-HU" sz="110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tc>
                  <a:txBody>
                    <a:bodyPr/>
                    <a:lstStyle/>
                    <a:p>
                      <a:pPr>
                        <a:lnSpc>
                          <a:spcPct val="107000"/>
                        </a:lnSpc>
                        <a:spcAft>
                          <a:spcPts val="800"/>
                        </a:spcAft>
                        <a:buNone/>
                      </a:pPr>
                      <a:r>
                        <a:rPr lang="hu-HU" sz="1100" b="1" dirty="0">
                          <a:solidFill>
                            <a:srgbClr val="000000"/>
                          </a:solidFill>
                          <a:effectLst/>
                          <a:latin typeface="Calibri" panose="020F0502020204030204" pitchFamily="34" charset="0"/>
                          <a:ea typeface="Calibri" panose="020F0502020204030204" pitchFamily="34" charset="0"/>
                          <a:cs typeface="Times New Roman" panose="02020603050405020304" pitchFamily="18" charset="0"/>
                        </a:rPr>
                        <a:t>Solution</a:t>
                      </a:r>
                      <a:endParaRPr lang="hu-HU" sz="1100" dirty="0">
                        <a:effectLst/>
                        <a:latin typeface="Calibri" panose="020F0502020204030204" pitchFamily="34" charset="0"/>
                        <a:ea typeface="Calibri" panose="020F0502020204030204" pitchFamily="34" charset="0"/>
                        <a:cs typeface="Times New Roman" panose="02020603050405020304" pitchFamily="18" charset="0"/>
                      </a:endParaRP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solidFill>
                      <a:srgbClr val="C6D9F1"/>
                    </a:solidFill>
                  </a:tcPr>
                </a:tc>
                <a:extLst>
                  <a:ext uri="{0D108BD9-81ED-4DB2-BD59-A6C34878D82A}">
                    <a16:rowId xmlns:a16="http://schemas.microsoft.com/office/drawing/2014/main" val="2886814187"/>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Solution Orientation Review (SOR)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10/2026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ETCS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922266423"/>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Solution Requirement Review (SRR)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12/2026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ETCS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513307930"/>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Solution Functional Review (SFR)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12/2026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ETCS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2509912035"/>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Preliminary Design Review (PDR) + Critical Design Review (CDR)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02/2027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ETCS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446514337"/>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Test Readiness Review (TRR1)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05/2027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ETCS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965541296"/>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Technical Qualification Review 1 (TQR1) and Test Readiness Review (TRR2)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09/2027 P </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ETCS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504641894"/>
                  </a:ext>
                </a:extLst>
              </a:tr>
              <a:tr h="16065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Technical Qualification Review 2 (TQR2)</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10/2027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ZIV D ETCS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3715519359"/>
                  </a:ext>
                </a:extLst>
              </a:tr>
              <a:tr h="131445">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Final Qualification Review (FQR)</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a:effectLst/>
                          <a:latin typeface="Calibri" panose="020F0502020204030204" pitchFamily="34" charset="0"/>
                          <a:ea typeface="Calibri" panose="020F0502020204030204" pitchFamily="34" charset="0"/>
                          <a:cs typeface="Times New Roman" panose="02020603050405020304" pitchFamily="18" charset="0"/>
                        </a:rPr>
                        <a:t>12/2027 P</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tc>
                  <a:txBody>
                    <a:bodyPr/>
                    <a:lstStyle/>
                    <a:p>
                      <a:pPr>
                        <a:lnSpc>
                          <a:spcPct val="107000"/>
                        </a:lnSpc>
                        <a:spcAft>
                          <a:spcPts val="800"/>
                        </a:spcAft>
                        <a:buNone/>
                      </a:pPr>
                      <a:r>
                        <a:rPr lang="hu-HU" sz="1100" dirty="0">
                          <a:effectLst/>
                          <a:latin typeface="Calibri" panose="020F0502020204030204" pitchFamily="34" charset="0"/>
                          <a:ea typeface="Calibri" panose="020F0502020204030204" pitchFamily="34" charset="0"/>
                          <a:cs typeface="Times New Roman" panose="02020603050405020304" pitchFamily="18" charset="0"/>
                        </a:rPr>
                        <a:t>ZIV D ETCS</a:t>
                      </a:r>
                    </a:p>
                  </a:txBody>
                  <a:tcPr marL="68580" marR="6858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noFill/>
                  </a:tcPr>
                </a:tc>
                <a:extLst>
                  <a:ext uri="{0D108BD9-81ED-4DB2-BD59-A6C34878D82A}">
                    <a16:rowId xmlns:a16="http://schemas.microsoft.com/office/drawing/2014/main" val="1486089484"/>
                  </a:ext>
                </a:extLst>
              </a:tr>
            </a:tbl>
          </a:graphicData>
        </a:graphic>
      </p:graphicFrame>
    </p:spTree>
    <p:extLst>
      <p:ext uri="{BB962C8B-B14F-4D97-AF65-F5344CB8AC3E}">
        <p14:creationId xmlns:p14="http://schemas.microsoft.com/office/powerpoint/2010/main" val="404205803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49D87AC-8C2C-2BA7-0D02-CFA20340F4D4}"/>
              </a:ext>
            </a:extLst>
          </p:cNvPr>
          <p:cNvSpPr>
            <a:spLocks noGrp="1"/>
          </p:cNvSpPr>
          <p:nvPr>
            <p:ph type="title"/>
          </p:nvPr>
        </p:nvSpPr>
        <p:spPr/>
        <p:txBody>
          <a:bodyPr/>
          <a:lstStyle/>
          <a:p>
            <a:r>
              <a:rPr lang="hu-HU" dirty="0"/>
              <a:t>Finance</a:t>
            </a:r>
          </a:p>
        </p:txBody>
      </p:sp>
      <p:sp>
        <p:nvSpPr>
          <p:cNvPr id="3" name="TextBox 2">
            <a:extLst>
              <a:ext uri="{FF2B5EF4-FFF2-40B4-BE49-F238E27FC236}">
                <a16:creationId xmlns:a16="http://schemas.microsoft.com/office/drawing/2014/main" id="{8A1741A5-BB76-C0D6-76FD-8AF057021767}"/>
              </a:ext>
            </a:extLst>
          </p:cNvPr>
          <p:cNvSpPr txBox="1"/>
          <p:nvPr/>
        </p:nvSpPr>
        <p:spPr>
          <a:xfrm>
            <a:off x="1533654" y="1423358"/>
            <a:ext cx="2065502" cy="369332"/>
          </a:xfrm>
          <a:prstGeom prst="rect">
            <a:avLst/>
          </a:prstGeom>
          <a:noFill/>
        </p:spPr>
        <p:txBody>
          <a:bodyPr wrap="none" rtlCol="0">
            <a:spAutoFit/>
          </a:bodyPr>
          <a:lstStyle/>
          <a:p>
            <a:r>
              <a:rPr lang="hu-HU" dirty="0"/>
              <a:t>Contracted Values</a:t>
            </a:r>
          </a:p>
        </p:txBody>
      </p:sp>
      <p:graphicFrame>
        <p:nvGraphicFramePr>
          <p:cNvPr id="7" name="Diagram 6">
            <a:extLst>
              <a:ext uri="{FF2B5EF4-FFF2-40B4-BE49-F238E27FC236}">
                <a16:creationId xmlns:a16="http://schemas.microsoft.com/office/drawing/2014/main" id="{A93A5CCB-49F4-B419-5627-7085828CA427}"/>
              </a:ext>
            </a:extLst>
          </p:cNvPr>
          <p:cNvGraphicFramePr/>
          <p:nvPr>
            <p:extLst>
              <p:ext uri="{D42A27DB-BD31-4B8C-83A1-F6EECF244321}">
                <p14:modId xmlns:p14="http://schemas.microsoft.com/office/powerpoint/2010/main" val="2163353534"/>
              </p:ext>
            </p:extLst>
          </p:nvPr>
        </p:nvGraphicFramePr>
        <p:xfrm>
          <a:off x="-661829" y="2069690"/>
          <a:ext cx="6527792" cy="372661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4" name="TextBox 3">
            <a:extLst>
              <a:ext uri="{FF2B5EF4-FFF2-40B4-BE49-F238E27FC236}">
                <a16:creationId xmlns:a16="http://schemas.microsoft.com/office/drawing/2014/main" id="{7B6A3EA0-621D-0784-41CB-67F7CC1C1AFE}"/>
              </a:ext>
            </a:extLst>
          </p:cNvPr>
          <p:cNvSpPr txBox="1"/>
          <p:nvPr/>
        </p:nvSpPr>
        <p:spPr>
          <a:xfrm>
            <a:off x="3991042" y="5796301"/>
            <a:ext cx="7920514" cy="369332"/>
          </a:xfrm>
          <a:prstGeom prst="rect">
            <a:avLst/>
          </a:prstGeom>
          <a:noFill/>
        </p:spPr>
        <p:txBody>
          <a:bodyPr wrap="square" rtlCol="0">
            <a:spAutoFit/>
          </a:bodyPr>
          <a:lstStyle/>
          <a:p>
            <a:r>
              <a:rPr lang="hu-HU" dirty="0"/>
              <a:t>- Advanced payment (690.000.000 HUF) has been received on 07.09.2026.</a:t>
            </a:r>
          </a:p>
        </p:txBody>
      </p:sp>
      <p:graphicFrame>
        <p:nvGraphicFramePr>
          <p:cNvPr id="5" name="Diagram 3">
            <a:extLst>
              <a:ext uri="{FF2B5EF4-FFF2-40B4-BE49-F238E27FC236}">
                <a16:creationId xmlns:a16="http://schemas.microsoft.com/office/drawing/2014/main" id="{77C56F52-A1E1-4284-807D-AE915053E2F2}"/>
              </a:ext>
            </a:extLst>
          </p:cNvPr>
          <p:cNvGraphicFramePr>
            <a:graphicFrameLocks/>
          </p:cNvGraphicFramePr>
          <p:nvPr>
            <p:extLst>
              <p:ext uri="{D42A27DB-BD31-4B8C-83A1-F6EECF244321}">
                <p14:modId xmlns:p14="http://schemas.microsoft.com/office/powerpoint/2010/main" val="2746673291"/>
              </p:ext>
            </p:extLst>
          </p:nvPr>
        </p:nvGraphicFramePr>
        <p:xfrm>
          <a:off x="5103446" y="1061699"/>
          <a:ext cx="6107130" cy="4285236"/>
        </p:xfrm>
        <a:graphic>
          <a:graphicData uri="http://schemas.openxmlformats.org/drawingml/2006/chart">
            <c:chart xmlns:c="http://schemas.openxmlformats.org/drawingml/2006/chart" xmlns:r="http://schemas.openxmlformats.org/officeDocument/2006/relationships" r:id="rId7"/>
          </a:graphicData>
        </a:graphic>
      </p:graphicFrame>
    </p:spTree>
    <p:extLst>
      <p:ext uri="{BB962C8B-B14F-4D97-AF65-F5344CB8AC3E}">
        <p14:creationId xmlns:p14="http://schemas.microsoft.com/office/powerpoint/2010/main" val="2830976638"/>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BE0787-9320-FD83-DA54-858AABDC544C}"/>
              </a:ext>
            </a:extLst>
          </p:cNvPr>
          <p:cNvSpPr>
            <a:spLocks noGrp="1"/>
          </p:cNvSpPr>
          <p:nvPr>
            <p:ph type="title"/>
          </p:nvPr>
        </p:nvSpPr>
        <p:spPr>
          <a:xfrm>
            <a:off x="300038" y="85725"/>
            <a:ext cx="9663112" cy="760691"/>
          </a:xfrm>
        </p:spPr>
        <p:txBody>
          <a:bodyPr vert="horz" lIns="0" tIns="45720" rIns="91440" bIns="45720" rtlCol="0" anchor="ctr">
            <a:normAutofit/>
          </a:bodyPr>
          <a:lstStyle/>
          <a:p>
            <a:r>
              <a:rPr lang="hu-HU" dirty="0"/>
              <a:t>Risks and Opportunities</a:t>
            </a:r>
          </a:p>
        </p:txBody>
      </p:sp>
      <p:sp>
        <p:nvSpPr>
          <p:cNvPr id="5" name="TextBox 4">
            <a:extLst>
              <a:ext uri="{FF2B5EF4-FFF2-40B4-BE49-F238E27FC236}">
                <a16:creationId xmlns:a16="http://schemas.microsoft.com/office/drawing/2014/main" id="{0CFED66E-C10C-E6CA-B704-3816CEB3C602}"/>
              </a:ext>
            </a:extLst>
          </p:cNvPr>
          <p:cNvSpPr txBox="1"/>
          <p:nvPr/>
        </p:nvSpPr>
        <p:spPr>
          <a:xfrm>
            <a:off x="6187041" y="1434164"/>
            <a:ext cx="5704921" cy="4874561"/>
          </a:xfrm>
          <a:prstGeom prst="rect">
            <a:avLst/>
          </a:prstGeom>
        </p:spPr>
        <p:txBody>
          <a:bodyPr vert="horz" lIns="0" tIns="45720" rIns="91440" bIns="45720" rtlCol="0">
            <a:normAutofit/>
          </a:bodyPr>
          <a:lstStyle/>
          <a:p>
            <a:pPr>
              <a:lnSpc>
                <a:spcPct val="90000"/>
              </a:lnSpc>
              <a:spcBef>
                <a:spcPts val="1000"/>
              </a:spcBef>
              <a:spcAft>
                <a:spcPts val="600"/>
              </a:spcAft>
              <a:buFont typeface="Arial" panose="020B0604020202020204" pitchFamily="34" charset="0"/>
            </a:pPr>
            <a:r>
              <a:rPr lang="en-US" sz="2200" b="1" dirty="0">
                <a:solidFill>
                  <a:schemeClr val="accent1"/>
                </a:solidFill>
              </a:rPr>
              <a:t>Opportunities:</a:t>
            </a:r>
          </a:p>
          <a:p>
            <a:pPr>
              <a:lnSpc>
                <a:spcPct val="90000"/>
              </a:lnSpc>
              <a:spcBef>
                <a:spcPts val="1000"/>
              </a:spcBef>
              <a:spcAft>
                <a:spcPts val="600"/>
              </a:spcAft>
              <a:buFont typeface="Arial" panose="020B0604020202020204" pitchFamily="34" charset="0"/>
            </a:pPr>
            <a:endParaRPr lang="en-US" sz="2200" b="1" dirty="0">
              <a:solidFill>
                <a:schemeClr val="accent1"/>
              </a:solidFill>
            </a:endParaRPr>
          </a:p>
          <a:p>
            <a:pPr>
              <a:lnSpc>
                <a:spcPct val="90000"/>
              </a:lnSpc>
              <a:spcBef>
                <a:spcPts val="1000"/>
              </a:spcBef>
              <a:spcAft>
                <a:spcPts val="600"/>
              </a:spcAft>
              <a:buFont typeface="Arial" panose="020B0604020202020204" pitchFamily="34" charset="0"/>
            </a:pPr>
            <a:r>
              <a:rPr lang="en-US" sz="2200" b="1" dirty="0">
                <a:solidFill>
                  <a:schemeClr val="accent1"/>
                </a:solidFill>
              </a:rPr>
              <a:t>METRANS extension (Quote submitted, ~176 million HUF)</a:t>
            </a:r>
          </a:p>
          <a:p>
            <a:pPr>
              <a:lnSpc>
                <a:spcPct val="90000"/>
              </a:lnSpc>
              <a:spcBef>
                <a:spcPts val="1000"/>
              </a:spcBef>
              <a:spcAft>
                <a:spcPts val="600"/>
              </a:spcAft>
              <a:buFont typeface="Arial" panose="020B0604020202020204" pitchFamily="34" charset="0"/>
            </a:pPr>
            <a:r>
              <a:rPr lang="en-US" sz="2200" b="1" dirty="0">
                <a:solidFill>
                  <a:schemeClr val="accent1"/>
                </a:solidFill>
              </a:rPr>
              <a:t>HIS workplace extension</a:t>
            </a:r>
          </a:p>
          <a:p>
            <a:pPr>
              <a:lnSpc>
                <a:spcPct val="90000"/>
              </a:lnSpc>
              <a:spcBef>
                <a:spcPts val="1000"/>
              </a:spcBef>
              <a:spcAft>
                <a:spcPts val="600"/>
              </a:spcAft>
              <a:buFont typeface="Arial" panose="020B0604020202020204" pitchFamily="34" charset="0"/>
            </a:pPr>
            <a:r>
              <a:rPr lang="en-US" sz="2200" b="1" dirty="0">
                <a:solidFill>
                  <a:schemeClr val="accent1"/>
                </a:solidFill>
              </a:rPr>
              <a:t>VEZIR interface implementation</a:t>
            </a:r>
          </a:p>
        </p:txBody>
      </p:sp>
      <p:graphicFrame>
        <p:nvGraphicFramePr>
          <p:cNvPr id="17" name="TextBox 3">
            <a:extLst>
              <a:ext uri="{FF2B5EF4-FFF2-40B4-BE49-F238E27FC236}">
                <a16:creationId xmlns:a16="http://schemas.microsoft.com/office/drawing/2014/main" id="{D1E87F8F-541B-9EAE-F426-0E44F19282A1}"/>
              </a:ext>
            </a:extLst>
          </p:cNvPr>
          <p:cNvGraphicFramePr/>
          <p:nvPr>
            <p:extLst>
              <p:ext uri="{D42A27DB-BD31-4B8C-83A1-F6EECF244321}">
                <p14:modId xmlns:p14="http://schemas.microsoft.com/office/powerpoint/2010/main" val="2804814199"/>
              </p:ext>
            </p:extLst>
          </p:nvPr>
        </p:nvGraphicFramePr>
        <p:xfrm>
          <a:off x="300038" y="1233488"/>
          <a:ext cx="5629124" cy="533094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235768021"/>
      </p:ext>
    </p:extLst>
  </p:cSld>
  <p:clrMapOvr>
    <a:masterClrMapping/>
  </p:clrMapOvr>
  <mc:AlternateContent xmlns:mc="http://schemas.openxmlformats.org/markup-compatibility/2006">
    <mc:Choice xmlns:p14="http://schemas.microsoft.com/office/powerpoint/2010/main" Requires="p14">
      <p:transition spd="med" p14:dur="700">
        <p:fade/>
      </p:transition>
    </mc:Choice>
    <mc:Fallback>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Placeholder 1">
            <a:extLst>
              <a:ext uri="{FF2B5EF4-FFF2-40B4-BE49-F238E27FC236}">
                <a16:creationId xmlns:a16="http://schemas.microsoft.com/office/drawing/2014/main" id="{5950CF87-991F-4E39-2880-6288B9F773DD}"/>
              </a:ext>
            </a:extLst>
          </p:cNvPr>
          <p:cNvSpPr>
            <a:spLocks noGrp="1"/>
          </p:cNvSpPr>
          <p:nvPr>
            <p:ph type="body" sz="quarter" idx="10"/>
          </p:nvPr>
        </p:nvSpPr>
        <p:spPr>
          <a:xfrm>
            <a:off x="680697" y="2099786"/>
            <a:ext cx="10331180" cy="635599"/>
          </a:xfrm>
        </p:spPr>
        <p:txBody>
          <a:bodyPr/>
          <a:lstStyle/>
          <a:p>
            <a:pPr algn="ctr"/>
            <a:r>
              <a:rPr lang="hu-HU" dirty="0"/>
              <a:t>THANK YOU FOR YOUR ATTENTION.</a:t>
            </a:r>
          </a:p>
        </p:txBody>
      </p:sp>
      <p:sp>
        <p:nvSpPr>
          <p:cNvPr id="3" name="Text Placeholder 2">
            <a:extLst>
              <a:ext uri="{FF2B5EF4-FFF2-40B4-BE49-F238E27FC236}">
                <a16:creationId xmlns:a16="http://schemas.microsoft.com/office/drawing/2014/main" id="{6FA04D71-E4D3-FBB7-1053-2C8F1AB17150}"/>
              </a:ext>
            </a:extLst>
          </p:cNvPr>
          <p:cNvSpPr>
            <a:spLocks noGrp="1"/>
          </p:cNvSpPr>
          <p:nvPr>
            <p:ph type="body" sz="quarter" idx="11"/>
          </p:nvPr>
        </p:nvSpPr>
        <p:spPr/>
        <p:txBody>
          <a:bodyPr/>
          <a:lstStyle/>
          <a:p>
            <a:endParaRPr lang="hu-HU" dirty="0"/>
          </a:p>
        </p:txBody>
      </p:sp>
    </p:spTree>
    <p:extLst>
      <p:ext uri="{BB962C8B-B14F-4D97-AF65-F5344CB8AC3E}">
        <p14:creationId xmlns:p14="http://schemas.microsoft.com/office/powerpoint/2010/main" val="14911158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ags/tag1.xml><?xml version="1.0" encoding="utf-8"?>
<p:tagLst xmlns:a="http://schemas.openxmlformats.org/drawingml/2006/main" xmlns:r="http://schemas.openxmlformats.org/officeDocument/2006/relationships" xmlns:p="http://schemas.openxmlformats.org/presentationml/2006/main">
  <p:tag name="THINKCELLUNDODONOTDELETE" val="0"/>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heme/theme1.xml><?xml version="1.0" encoding="utf-8"?>
<a:theme xmlns:a="http://schemas.openxmlformats.org/drawingml/2006/main" name="Hitachi">
  <a:themeElements>
    <a:clrScheme name="Custom 105">
      <a:dk1>
        <a:srgbClr val="10191C"/>
      </a:dk1>
      <a:lt1>
        <a:srgbClr val="FFFFFF"/>
      </a:lt1>
      <a:dk2>
        <a:srgbClr val="2D2D2D"/>
      </a:dk2>
      <a:lt2>
        <a:srgbClr val="D9D9D9"/>
      </a:lt2>
      <a:accent1>
        <a:srgbClr val="E40428"/>
      </a:accent1>
      <a:accent2>
        <a:srgbClr val="B3B3B3"/>
      </a:accent2>
      <a:accent3>
        <a:srgbClr val="737373"/>
      </a:accent3>
      <a:accent4>
        <a:srgbClr val="4D4D4D"/>
      </a:accent4>
      <a:accent5>
        <a:srgbClr val="B1000E"/>
      </a:accent5>
      <a:accent6>
        <a:srgbClr val="7E000A"/>
      </a:accent6>
      <a:hlink>
        <a:srgbClr val="10191C"/>
      </a:hlink>
      <a:folHlink>
        <a:srgbClr val="10191C"/>
      </a:folHlink>
    </a:clrScheme>
    <a:fontScheme name="Arial">
      <a:maj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Arial" panose="020B0604020202020204"/>
        <a:ea typeface=""/>
        <a:cs typeface=""/>
        <a:font script="Jpan" typeface="ＭＳ Ｐゴシック"/>
        <a:font script="Hang" typeface="굴림"/>
        <a:font script="Hans" typeface="黑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HITACHI RAIL 2024 TEMPLATE_V02.potx" id="{F3D2C8D2-3502-461F-BD9A-0FB090984731}" vid="{4D5DC92F-9EB9-41E6-9424-28B81BE0184F}"/>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_rels/item4.xml.rels><?xml version="1.0" encoding="UTF-8" standalone="yes"?>
<Relationships xmlns="http://schemas.openxmlformats.org/package/2006/relationships"><Relationship Id="rId1" Type="http://schemas.openxmlformats.org/officeDocument/2006/relationships/customXmlProps" Target="itemProps4.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24057D399C9A4B88D49F3EF8B7B63E" ma:contentTypeVersion="4" ma:contentTypeDescription="Create a new document." ma:contentTypeScope="" ma:versionID="d0881fe3bee0df52ce3838f38d5d0ee0">
  <xsd:schema xmlns:xsd="http://www.w3.org/2001/XMLSchema" xmlns:xs="http://www.w3.org/2001/XMLSchema" xmlns:p="http://schemas.microsoft.com/office/2006/metadata/properties" xmlns:ns2="db3bf91b-6b42-4803-bbeb-8714debc6f49" xmlns:ns3="70559e4e-d828-479b-9ab4-af1a0c8816e8" targetNamespace="http://schemas.microsoft.com/office/2006/metadata/properties" ma:root="true" ma:fieldsID="e97a5bd2e8fb43626a981b8821fe4207" ns2:_="" ns3:_="">
    <xsd:import namespace="db3bf91b-6b42-4803-bbeb-8714debc6f49"/>
    <xsd:import namespace="70559e4e-d828-479b-9ab4-af1a0c8816e8"/>
    <xsd:element name="properties">
      <xsd:complexType>
        <xsd:sequence>
          <xsd:element name="documentManagement">
            <xsd:complexType>
              <xsd:all>
                <xsd:element ref="ns2:_dlc_DocId" minOccurs="0"/>
                <xsd:element ref="ns2:_dlc_DocIdUrl" minOccurs="0"/>
                <xsd:element ref="ns2:_dlc_DocIdPersistId" minOccurs="0"/>
                <xsd:element ref="ns3:MediaServiceMetadata" minOccurs="0"/>
                <xsd:element ref="ns3:MediaServiceFastMetadata" minOccurs="0"/>
                <xsd:element ref="ns3:MediaServiceSearchPropertie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db3bf91b-6b42-4803-bbeb-8714debc6f49" elementFormDefault="qualified">
    <xsd:import namespace="http://schemas.microsoft.com/office/2006/documentManagement/types"/>
    <xsd:import namespace="http://schemas.microsoft.com/office/infopath/2007/PartnerControls"/>
    <xsd:element name="_dlc_DocId" ma:index="8" nillable="true" ma:displayName="Document ID Value" ma:description="The value of the document ID assigned to this item." ma:indexed="true" ma:internalName="_dlc_DocId" ma:readOnly="true">
      <xsd:simpleType>
        <xsd:restriction base="dms:Text"/>
      </xsd:simpleType>
    </xsd:element>
    <xsd:element name="_dlc_DocIdUrl" ma:index="9" nillable="true" ma:displayName="Document ID" ma:description="Permanent link to this document." ma:hidden="true" ma:internalName="_dlc_DocIdUrl" ma:readOnly="true">
      <xsd:complexType>
        <xsd:complexContent>
          <xsd:extension base="dms:URL">
            <xsd:sequence>
              <xsd:element name="Url" type="dms:ValidUrl" minOccurs="0" nillable="true"/>
              <xsd:element name="Description" type="xsd:string" nillable="true"/>
            </xsd:sequence>
          </xsd:extension>
        </xsd:complexContent>
      </xsd:complexType>
    </xsd:element>
    <xsd:element name="_dlc_DocIdPersistId" ma:index="10" nillable="true" ma:displayName="Persist ID" ma:description="Keep ID on add." ma:hidden="true" ma:internalName="_dlc_DocIdPersistId" ma:readOnly="true">
      <xsd:simpleType>
        <xsd:restriction base="dms:Boolean"/>
      </xsd:simpleType>
    </xsd:element>
  </xsd:schema>
  <xsd:schema xmlns:xsd="http://www.w3.org/2001/XMLSchema" xmlns:xs="http://www.w3.org/2001/XMLSchema" xmlns:dms="http://schemas.microsoft.com/office/2006/documentManagement/types" xmlns:pc="http://schemas.microsoft.com/office/infopath/2007/PartnerControls" targetNamespace="70559e4e-d828-479b-9ab4-af1a0c8816e8" elementFormDefault="qualified">
    <xsd:import namespace="http://schemas.microsoft.com/office/2006/documentManagement/types"/>
    <xsd:import namespace="http://schemas.microsoft.com/office/infopath/2007/PartnerControls"/>
    <xsd:element name="MediaServiceMetadata" ma:index="11" nillable="true" ma:displayName="MediaServiceMetadata" ma:hidden="true" ma:internalName="MediaServiceMetadata" ma:readOnly="true">
      <xsd:simpleType>
        <xsd:restriction base="dms:Note"/>
      </xsd:simpleType>
    </xsd:element>
    <xsd:element name="MediaServiceFastMetadata" ma:index="12" nillable="true" ma:displayName="MediaServiceFastMetadata" ma:hidden="true" ma:internalName="MediaServiceFastMetadata" ma:readOnly="true">
      <xsd:simpleType>
        <xsd:restriction base="dms:Note"/>
      </xsd:simpleType>
    </xsd:element>
    <xsd:element name="MediaServiceSearchProperties" ma:index="13" nillable="true" ma:displayName="MediaServiceSearchProperties" ma:hidden="true" ma:internalName="MediaServiceSearchProperties"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_dlc_DocId xmlns="db3bf91b-6b42-4803-bbeb-8714debc6f49">Z23AWESZYM23-323922141-101</_dlc_DocId>
    <_dlc_DocIdUrl xmlns="db3bf91b-6b42-4803-bbeb-8714debc6f49">
      <Url>https://hitachigroupeur.sharepoint.com/sites/PRJ_NCEEZIVDelta/_layouts/15/DocIdRedir.aspx?ID=Z23AWESZYM23-323922141-101</Url>
      <Description>Z23AWESZYM23-323922141-101</Description>
    </_dlc_DocIdUrl>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4.xml><?xml version="1.0" encoding="utf-8"?>
<?mso-contentType ?>
<spe:Receivers xmlns:spe="http://schemas.microsoft.com/sharepoint/events">
  <Receiver>
    <Name>Document ID Generator</Name>
    <Synchronization>Synchronous</Synchronization>
    <Type>10001</Type>
    <SequenceNumber>1000</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10002</Type>
    <SequenceNumber>1001</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10004</Type>
    <SequenceNumber>1002</SequenceNumber>
    <Url/>
    <Assembly>Microsoft.Office.DocumentManagement, Version=16.0.0.0, Culture=neutral, PublicKeyToken=71e9bce111e9429c</Assembly>
    <Class>Microsoft.Office.DocumentManagement.Internal.DocIdHandler</Class>
    <Data/>
    <Filter/>
  </Receiver>
  <Receiver>
    <Name>Document ID Generator</Name>
    <Synchronization>Synchronous</Synchronization>
    <Type>10006</Type>
    <SequenceNumber>1003</SequenceNumber>
    <Url/>
    <Assembly>Microsoft.Office.DocumentManagement, Version=16.0.0.0, Culture=neutral, PublicKeyToken=71e9bce111e9429c</Assembly>
    <Class>Microsoft.Office.DocumentManagement.Internal.DocIdHandler</Class>
    <Data/>
    <Filter/>
  </Receiver>
</spe:Receivers>
</file>

<file path=customXml/itemProps1.xml><?xml version="1.0" encoding="utf-8"?>
<ds:datastoreItem xmlns:ds="http://schemas.openxmlformats.org/officeDocument/2006/customXml" ds:itemID="{A1B363B7-C978-444F-ABB2-E525D5E10535}">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db3bf91b-6b42-4803-bbeb-8714debc6f49"/>
    <ds:schemaRef ds:uri="70559e4e-d828-479b-9ab4-af1a0c8816e8"/>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2.xml><?xml version="1.0" encoding="utf-8"?>
<ds:datastoreItem xmlns:ds="http://schemas.openxmlformats.org/officeDocument/2006/customXml" ds:itemID="{828A0B2E-03D3-4ABE-BBDE-4E153DF88976}">
  <ds:schemaRefs>
    <ds:schemaRef ds:uri="http://schemas.microsoft.com/office/2006/documentManagement/types"/>
    <ds:schemaRef ds:uri="http://schemas.openxmlformats.org/package/2006/metadata/core-properties"/>
    <ds:schemaRef ds:uri="http://purl.org/dc/dcmitype/"/>
    <ds:schemaRef ds:uri="http://purl.org/dc/elements/1.1/"/>
    <ds:schemaRef ds:uri="http://purl.org/dc/terms/"/>
    <ds:schemaRef ds:uri="http://www.w3.org/XML/1998/namespace"/>
    <ds:schemaRef ds:uri="http://schemas.microsoft.com/office/infopath/2007/PartnerControls"/>
    <ds:schemaRef ds:uri="db3bf91b-6b42-4803-bbeb-8714debc6f49"/>
    <ds:schemaRef ds:uri="70559e4e-d828-479b-9ab4-af1a0c8816e8"/>
    <ds:schemaRef ds:uri="http://schemas.microsoft.com/office/2006/metadata/properties"/>
  </ds:schemaRefs>
</ds:datastoreItem>
</file>

<file path=customXml/itemProps3.xml><?xml version="1.0" encoding="utf-8"?>
<ds:datastoreItem xmlns:ds="http://schemas.openxmlformats.org/officeDocument/2006/customXml" ds:itemID="{98CDAFDA-BD76-431E-AB32-0B5EEA9492F5}">
  <ds:schemaRefs>
    <ds:schemaRef ds:uri="http://schemas.microsoft.com/sharepoint/v3/contenttype/forms"/>
  </ds:schemaRefs>
</ds:datastoreItem>
</file>

<file path=customXml/itemProps4.xml><?xml version="1.0" encoding="utf-8"?>
<ds:datastoreItem xmlns:ds="http://schemas.openxmlformats.org/officeDocument/2006/customXml" ds:itemID="{68FC0D00-97CD-4DD7-BE65-99D028A4DC69}">
  <ds:schemaRefs>
    <ds:schemaRef ds:uri="http://schemas.microsoft.com/sharepoint/events"/>
  </ds:schemaRefs>
</ds:datastoreItem>
</file>

<file path=docMetadata/LabelInfo.xml><?xml version="1.0" encoding="utf-8"?>
<clbl:labelList xmlns:clbl="http://schemas.microsoft.com/office/2020/mipLabelMetadata">
  <clbl:label id="{f54277c9-dafe-44aa-85a4-73d5c7c52450}" enabled="0" method="" siteId="{f54277c9-dafe-44aa-85a4-73d5c7c52450}" removed="1"/>
</clbl:labelList>
</file>

<file path=docProps/app.xml><?xml version="1.0" encoding="utf-8"?>
<Properties xmlns="http://schemas.openxmlformats.org/officeDocument/2006/extended-properties" xmlns:vt="http://schemas.openxmlformats.org/officeDocument/2006/docPropsVTypes">
  <Template>HITACHI RAIL 2024 TEMPLATE_V02</Template>
  <TotalTime>756</TotalTime>
  <Words>1528</Words>
  <Application>Microsoft Office PowerPoint</Application>
  <PresentationFormat>Widescreen</PresentationFormat>
  <Paragraphs>327</Paragraphs>
  <Slides>15</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Embedded OLE Servers</vt:lpstr>
      </vt:variant>
      <vt:variant>
        <vt:i4>1</vt:i4>
      </vt:variant>
      <vt:variant>
        <vt:lpstr>Slide Titles</vt:lpstr>
      </vt:variant>
      <vt:variant>
        <vt:i4>15</vt:i4>
      </vt:variant>
    </vt:vector>
  </HeadingPairs>
  <TitlesOfParts>
    <vt:vector size="25" baseType="lpstr">
      <vt:lpstr>HGPｺﾞｼｯｸE</vt:lpstr>
      <vt:lpstr>Yu Gothic UI</vt:lpstr>
      <vt:lpstr>Arial</vt:lpstr>
      <vt:lpstr>Arial Black</vt:lpstr>
      <vt:lpstr>Calibri</vt:lpstr>
      <vt:lpstr>Century Gothic</vt:lpstr>
      <vt:lpstr>Segoe UI</vt:lpstr>
      <vt:lpstr>System Font Regular</vt:lpstr>
      <vt:lpstr>Hitachi</vt:lpstr>
      <vt:lpstr>think-cell Slide</vt:lpstr>
      <vt:lpstr>PowerPoint Presentation</vt:lpstr>
      <vt:lpstr>Overview</vt:lpstr>
      <vt:lpstr>Project Structure and Stakeholders</vt:lpstr>
      <vt:lpstr>OBS ZIV Delta – Project Team Organisation </vt:lpstr>
      <vt:lpstr>Subsystems</vt:lpstr>
      <vt:lpstr>Applied Products</vt:lpstr>
      <vt:lpstr>Technical Summary</vt:lpstr>
      <vt:lpstr>Planned Final Configuration</vt:lpstr>
      <vt:lpstr>Topology of deltatrack – Approval Plan</vt:lpstr>
      <vt:lpstr>Architecture overview</vt:lpstr>
      <vt:lpstr>Master Schedule Proposal</vt:lpstr>
      <vt:lpstr>Solution Milestone Date Proposals</vt:lpstr>
      <vt:lpstr>Finance</vt:lpstr>
      <vt:lpstr>Risks and Opportunities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PAPP Gabor</dc:creator>
  <cp:lastModifiedBy>PAPP Gabor</cp:lastModifiedBy>
  <cp:revision>222</cp:revision>
  <cp:lastPrinted>2026-09-10T14:37:14Z</cp:lastPrinted>
  <dcterms:created xsi:type="dcterms:W3CDTF">2026-08-12T15:14:53Z</dcterms:created>
  <dcterms:modified xsi:type="dcterms:W3CDTF">2026-09-10T21:15:45Z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0x010100AD24057D399C9A4B88D49F3EF8B7B63E</vt:lpwstr>
  </property>
  <property fmtid="{D5CDD505-2E9C-101B-9397-08002B2CF9AE}" pid="3" name="MediaServiceImageTags">
    <vt:lpwstr/>
  </property>
  <property fmtid="{D5CDD505-2E9C-101B-9397-08002B2CF9AE}" pid="4" name="ppcDepartment">
    <vt:lpwstr>6;#Our Brand|ea1f50d7-57c7-4999-b6c6-9380dc01a0b7</vt:lpwstr>
  </property>
  <property fmtid="{D5CDD505-2E9C-101B-9397-08002B2CF9AE}" pid="5" name="DocumentType">
    <vt:lpwstr>8;#Form|7112f650-5e8d-45fb-8bd7-9f2a8049de0e</vt:lpwstr>
  </property>
  <property fmtid="{D5CDD505-2E9C-101B-9397-08002B2CF9AE}" pid="6" name="_dlc_DocIdItemGuid">
    <vt:lpwstr>11114640-31c2-4a4f-a071-781c2f3d2768</vt:lpwstr>
  </property>
  <property fmtid="{D5CDD505-2E9C-101B-9397-08002B2CF9AE}" pid="7" name="MSIP_Label_ff38c91a-b32e-488d-b670-a1d2c23c2c99_Enabled">
    <vt:lpwstr>true</vt:lpwstr>
  </property>
  <property fmtid="{D5CDD505-2E9C-101B-9397-08002B2CF9AE}" pid="8" name="MSIP_Label_ff38c91a-b32e-488d-b670-a1d2c23c2c99_SetDate">
    <vt:lpwstr>2026-08-10T06:18:19Z</vt:lpwstr>
  </property>
  <property fmtid="{D5CDD505-2E9C-101B-9397-08002B2CF9AE}" pid="9" name="MSIP_Label_ff38c91a-b32e-488d-b670-a1d2c23c2c99_Method">
    <vt:lpwstr>Privileged</vt:lpwstr>
  </property>
  <property fmtid="{D5CDD505-2E9C-101B-9397-08002B2CF9AE}" pid="10" name="MSIP_Label_ff38c91a-b32e-488d-b670-a1d2c23c2c99_Name">
    <vt:lpwstr>NEST-CORE-02</vt:lpwstr>
  </property>
  <property fmtid="{D5CDD505-2E9C-101B-9397-08002B2CF9AE}" pid="11" name="MSIP_Label_ff38c91a-b32e-488d-b670-a1d2c23c2c99_SiteId">
    <vt:lpwstr>f33c7791-13ed-4c20-878e-518e247895dc</vt:lpwstr>
  </property>
  <property fmtid="{D5CDD505-2E9C-101B-9397-08002B2CF9AE}" pid="12" name="MSIP_Label_ff38c91a-b32e-488d-b670-a1d2c23c2c99_ActionId">
    <vt:lpwstr>de3b1c3b-a7ac-4638-a84f-bb85502a2345</vt:lpwstr>
  </property>
  <property fmtid="{D5CDD505-2E9C-101B-9397-08002B2CF9AE}" pid="13" name="MSIP_Label_ff38c91a-b32e-488d-b670-a1d2c23c2c99_ContentBits">
    <vt:lpwstr>3</vt:lpwstr>
  </property>
</Properties>
</file>